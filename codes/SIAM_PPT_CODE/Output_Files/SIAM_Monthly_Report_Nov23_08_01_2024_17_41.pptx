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04/12/2023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2004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308948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86179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5" r:id="rId7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acd586ae7fa8050eb084e394aea79429b93e550.png"/>
<Relationship Id="rId3" Type="http://schemas.openxmlformats.org/officeDocument/2006/relationships/image" Target="../media/f8e1fb765d8e201eed5857e79238f5ceaf72e9a7.png"/>
<Relationship Id="rId4" Type="http://schemas.openxmlformats.org/officeDocument/2006/relationships/image" Target="../media/71690604f5c73ab4ae94799e441486ad8229ebef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04cc0db79cf283765b97780b53a9f9ba1d4ea89.png"/>
<Relationship Id="rId3" Type="http://schemas.openxmlformats.org/officeDocument/2006/relationships/image" Target="../media/28defb921309e3679d78cb46ae35fab4a82fcb17.png"/>
<Relationship Id="rId4" Type="http://schemas.openxmlformats.org/officeDocument/2006/relationships/image" Target="../media/69d3285e72e10613f5fb78a78c50154a0ab5fd01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dcec3ab68f81fc16170daa2e0fdc9bfd46e5e5c.png"/>
<Relationship Id="rId3" Type="http://schemas.openxmlformats.org/officeDocument/2006/relationships/image" Target="../media/4538f3d5a2aa1ff28e65f20995c579a2d7e05f39.png"/>
<Relationship Id="rId4" Type="http://schemas.openxmlformats.org/officeDocument/2006/relationships/image" Target="../media/ba31a35d8aaffb55f54f7e6fd0100d9fe705171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2fc22c3dff60a9e46f2bb24ec08b7dc77256a59.png"/>
<Relationship Id="rId3" Type="http://schemas.openxmlformats.org/officeDocument/2006/relationships/image" Target="../media/3ee5854c80519a37057f3a0322e13f13c0395d76.png"/>
<Relationship Id="rId4" Type="http://schemas.openxmlformats.org/officeDocument/2006/relationships/image" Target="../media/9412ce36a4ef03fe036a813fd4afa63348a3b382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afff4f8786212dc844ff0d4d78c432e0e2dff1a.png"/>
<Relationship Id="rId3" Type="http://schemas.openxmlformats.org/officeDocument/2006/relationships/image" Target="../media/d04a8022e95e69f759ba0a2b2e5716ff92d0eb47.png"/>
<Relationship Id="rId4" Type="http://schemas.openxmlformats.org/officeDocument/2006/relationships/image" Target="../media/86c85d4f84de9ef44cd9b130c4200955e69cc61e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8bf161366d8a4d5e0ee3e271c3e68c149373b63.png"/>
<Relationship Id="rId3" Type="http://schemas.openxmlformats.org/officeDocument/2006/relationships/image" Target="../media/e2ec871e09215c2dd9171586b1755bdd1bcf924f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373ffe5ef3407b3a475b1ff60ce8492d388d88a.png"/>
<Relationship Id="rId3" Type="http://schemas.openxmlformats.org/officeDocument/2006/relationships/image" Target="../media/fa457cc8ec6a26d73e7e4bc83d920129f90e34fe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8dd2f2036157fa7298b93325e6029187e55c69d.png"/>
<Relationship Id="rId3" Type="http://schemas.openxmlformats.org/officeDocument/2006/relationships/image" Target="../media/ff29d09a0c081718eb268400e0cf43bd6ce959fd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Relationship Id="rId2" Type="http://schemas.openxmlformats.org/officeDocument/2006/relationships/image" Target="../media/20412eee858f631df9b9e6a36ddd0bb127dae87f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3535b5923bd676d8ca19d5fdd0cdd697f699a235.png"/>
<Relationship Id="rId3" Type="http://schemas.openxmlformats.org/officeDocument/2006/relationships/image" Target="../media/91ecd174f5a22361382048679fbc9f6d643ca5ae.png"/>
<Relationship Id="rId4" Type="http://schemas.openxmlformats.org/officeDocument/2006/relationships/image" Target="../media/759bb79c87ba8f816e8f2974f87c3117d4b7033a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eb605c3b70869e51ea71e9a9e3b53d37156abe0f.png"/>
<Relationship Id="rId3" Type="http://schemas.openxmlformats.org/officeDocument/2006/relationships/image" Target="../media/c7e48a78040352fb344c3a66439e4582a4f2b88a.png"/>
<Relationship Id="rId4" Type="http://schemas.openxmlformats.org/officeDocument/2006/relationships/image" Target="../media/54ac2a4a3d5d70160d10ccb163e72bf7c288e27c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acc1ec67545b8cf738dc012a49d1600f6c1d31c.png"/>
<Relationship Id="rId3" Type="http://schemas.openxmlformats.org/officeDocument/2006/relationships/image" Target="../media/3166342faeb707588e326782e49557605e558598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246a44451b63ee0d70f66466145cd5a9f453e1b.png"/>
<Relationship Id="rId3" Type="http://schemas.openxmlformats.org/officeDocument/2006/relationships/image" Target="../media/5e72ccb2624fd84eb4b95f1fa87cbc66196eee94.png"/>
<Relationship Id="rId4" Type="http://schemas.openxmlformats.org/officeDocument/2006/relationships/image" Target="../media/cce39340020348361127f8226389efc5afaa8c73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18b4b0c3fcdd2547054c81c3fc79b874558118.png"/>
<Relationship Id="rId3" Type="http://schemas.openxmlformats.org/officeDocument/2006/relationships/image" Target="../media/2c0cde44eb104a339418d04a9c6b0fe5ba0bc6c7.png"/>
<Relationship Id="rId4" Type="http://schemas.openxmlformats.org/officeDocument/2006/relationships/image" Target="../media/0c7e504dfabe8c979881f0d4d8acbcf482230a5a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7a9d99178a8673c80699075e0364c13e9734cc1.png"/>
<Relationship Id="rId3" Type="http://schemas.openxmlformats.org/officeDocument/2006/relationships/image" Target="../media/2be0b3688b5e0a1c83482807d440867aaba9202f.png"/>
<Relationship Id="rId4" Type="http://schemas.openxmlformats.org/officeDocument/2006/relationships/image" Target="../media/71c00f3bdd4e0a5d76f7be78b59a47805452c4af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Monthly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Nov '23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PV (Sub Categories)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PV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PV (Sub-Categories) - 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3260309" y="2446198"/>
            <a:ext cx="4859338" cy="3240000"/>
          </a:xfrm>
          <a:prstGeom prst="rect">
            <a:avLst/>
          </a:prstGeom>
        </p:spPr>
      </p:pic>
      <p:sp>
        <p:nvSpPr>
          <p:cNvPr id="4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6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- 2W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- 2W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- 2W (Sub-Categories) - 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55</cp:revision>
  <cp:lastPrinted>2022-04-13T06:10:10Z</cp:lastPrinted>
  <dcterms:created xsi:type="dcterms:W3CDTF">2018-10-06T06:23:07Z</dcterms:created>
  <dcterms:modified xsi:type="dcterms:W3CDTF">2024-01-08T17:43:35Z</dcterms:modified>
</cp:coreProperties>
</file>