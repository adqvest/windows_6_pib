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04/12/2023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2004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308948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86179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5" r:id="rId7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71d6a26bdd22dbd234fddd4e7972c20607baa9e1.png"/>
<Relationship Id="rId3" Type="http://schemas.openxmlformats.org/officeDocument/2006/relationships/image" Target="../media/c042e482be3c9c6fc793ddfd2126974fddeae12e.png"/>
<Relationship Id="rId4" Type="http://schemas.openxmlformats.org/officeDocument/2006/relationships/image" Target="../media/a463d841345034d9af677137d1aa6a2c37f23116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381bb1de34deb6574bbdc37eae1742aaae230f55.png"/>
<Relationship Id="rId3" Type="http://schemas.openxmlformats.org/officeDocument/2006/relationships/image" Target="../media/619101f262eae93769430b61c6af738855b27347.png"/>
<Relationship Id="rId4" Type="http://schemas.openxmlformats.org/officeDocument/2006/relationships/image" Target="../media/fbd70c75af831ffaee98565c0a44bc57f8cd5bfc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9637cdfae1e627d6bdcd0940ec78c3700e876d0.png"/>
<Relationship Id="rId3" Type="http://schemas.openxmlformats.org/officeDocument/2006/relationships/image" Target="../media/55b2ec0dabb94e08496e0cdd0ceef955d2621273.png"/>
<Relationship Id="rId4" Type="http://schemas.openxmlformats.org/officeDocument/2006/relationships/image" Target="../media/d579e5e2fce2010296f0529710cc63a640f48b3d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70a67fa8a5b5b027c5dbe52e1acc88f6cf6a1a23.png"/>
<Relationship Id="rId3" Type="http://schemas.openxmlformats.org/officeDocument/2006/relationships/image" Target="../media/5082f442c8e6c2f81599620fa708d41f2776bf50.png"/>
<Relationship Id="rId4" Type="http://schemas.openxmlformats.org/officeDocument/2006/relationships/image" Target="../media/0be2d8ca5bd84b76bb6b1d6d4990894dd22b2a1f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3b2c240921073a0e379cb3860e1b9ef0e2125e8.png"/>
<Relationship Id="rId3" Type="http://schemas.openxmlformats.org/officeDocument/2006/relationships/image" Target="../media/e26c80d44126583ca0e8f5664d1b211e403dabc9.png"/>
<Relationship Id="rId4" Type="http://schemas.openxmlformats.org/officeDocument/2006/relationships/image" Target="../media/0d197f327f3b8e87de66424d56f50af773403e51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938d8c19aff45433dd39d0532e7537c39212694.png"/>
<Relationship Id="rId3" Type="http://schemas.openxmlformats.org/officeDocument/2006/relationships/image" Target="../media/34c0f408b4f213cf5dff039d10a024f1bb34d1d2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0b293726ed17b6c19593c8c4e46c22889612891d.png"/>
<Relationship Id="rId3" Type="http://schemas.openxmlformats.org/officeDocument/2006/relationships/image" Target="../media/1d22c6df961c9bfaca3bd3d8c1cbf018d8c4223b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0a66294e0768a499a52ccdcb6a2ad67446a492e4.png"/>
<Relationship Id="rId3" Type="http://schemas.openxmlformats.org/officeDocument/2006/relationships/image" Target="../media/3bab5458ce04779bb1fa2eb074e4408172f6ca30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Relationship Id="rId2" Type="http://schemas.openxmlformats.org/officeDocument/2006/relationships/image" Target="../media/e410307da605011ecaed93c0805ddfd9d01a22d9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09c86d4b669d67d43ce36afb4b6c89d656ed3dd.png"/>
<Relationship Id="rId3" Type="http://schemas.openxmlformats.org/officeDocument/2006/relationships/image" Target="../media/891bb27cba119eabb28ec707b5e48c6a9aa308ff.png"/>
<Relationship Id="rId4" Type="http://schemas.openxmlformats.org/officeDocument/2006/relationships/image" Target="../media/e04363d7fb6c1d4b0be0818ed2adfd344a4d08c0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7a88b54f4755f6aad80bf51af7c5da00188650cb.png"/>
<Relationship Id="rId3" Type="http://schemas.openxmlformats.org/officeDocument/2006/relationships/image" Target="../media/3ab48bdf21fcd9a4576722a056749ed2093b623f.png"/>
<Relationship Id="rId4" Type="http://schemas.openxmlformats.org/officeDocument/2006/relationships/image" Target="../media/c3450a7d244c21cf3662792d4d88e5760b390a46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36021456186377caf4400f8c565294364433d390.png"/>
<Relationship Id="rId3" Type="http://schemas.openxmlformats.org/officeDocument/2006/relationships/image" Target="../media/8db5cf46343a49add2fc1ffd69901d804d5ce599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abb08453bd34330d59a462c6dc7f761ecdfd5b1a.png"/>
<Relationship Id="rId3" Type="http://schemas.openxmlformats.org/officeDocument/2006/relationships/image" Target="../media/cb1a10b9cbc625dcb3447619f5c6df7f9dea370e.png"/>
<Relationship Id="rId4" Type="http://schemas.openxmlformats.org/officeDocument/2006/relationships/image" Target="../media/e093ecf9524dc94a48d543f34f97bf7a2d4e68a3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f41b5f077dad4550dafb537182396c740e26bf72.png"/>
<Relationship Id="rId3" Type="http://schemas.openxmlformats.org/officeDocument/2006/relationships/image" Target="../media/f4183902073da20b0efcad32685e9f1a53e55583.png"/>
<Relationship Id="rId4" Type="http://schemas.openxmlformats.org/officeDocument/2006/relationships/image" Target="../media/18754700144f051ad6f96855eda26b06851bb73b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de17c1a1f335261f3db77de55455346abc12ee20.png"/>
<Relationship Id="rId3" Type="http://schemas.openxmlformats.org/officeDocument/2006/relationships/image" Target="../media/c6c1d73a97b94a21d79a4960b96c402c46ddbe2f.png"/>
<Relationship Id="rId4" Type="http://schemas.openxmlformats.org/officeDocument/2006/relationships/image" Target="../media/1513c4a8f931622aab0287372b0045f06df36cc1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Monthly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Feb '24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-Feb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-Feb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-Feb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PV (Sub Categories) -Feb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Vans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PV (Sub-Categories) - Feb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Vans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PV (Sub-Categories) - Feb '24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- 3W (Sub-Categories) -Feb '24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Goods Carrier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- 3W (Sub-Categories) -Feb '24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Goods Carrier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- 3W (Sub-Categories) -Feb '24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3260309" y="2446198"/>
            <a:ext cx="4859338" cy="3240000"/>
          </a:xfrm>
          <a:prstGeom prst="rect">
            <a:avLst/>
          </a:prstGeom>
        </p:spPr>
      </p:pic>
      <p:sp>
        <p:nvSpPr>
          <p:cNvPr id="4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6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- 2W (Sub-Categories) - Feb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Mopeds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- 2W (Sub-Categories) - Feb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Mopeds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- 2W (Sub-Categories) - Feb '24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Cumulative - Feb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Feb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Cumulative - Feb '24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55</cp:revision>
  <cp:lastPrinted>2022-04-13T06:10:10Z</cp:lastPrinted>
  <dcterms:created xsi:type="dcterms:W3CDTF">2018-10-06T06:23:07Z</dcterms:created>
  <dcterms:modified xsi:type="dcterms:W3CDTF">2024-03-11T13:27:51Z</dcterms:modified>
</cp:coreProperties>
</file>