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3" d="100"/>
          <a:sy n="83" d="100"/>
        </p:scale>
        <p:origin x="106" y="130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Relationship Id="rId25" Type="http://schemas.openxmlformats.org/officeDocument/2006/relationships/slide" Target="slides/slide17.xml"/>
<Relationship Id="rId26" Type="http://schemas.openxmlformats.org/officeDocument/2006/relationships/slide" Target="slides/slide18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08/01/2024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19bbb5efe19d3c9f6063b65f3a7cd0824802b5f9.png"/>
<Relationship Id="rId3" Type="http://schemas.openxmlformats.org/officeDocument/2006/relationships/image" Target="../media/ddd5d3056dee29e8d7b1eecfc6d047916816bb09.png"/>
<Relationship Id="rId4" Type="http://schemas.openxmlformats.org/officeDocument/2006/relationships/image" Target="../media/2502e7ccde37656f0ccaf26ecc1cff925e5bdbd4.png"/>
<Relationship Id="rId5" Type="http://schemas.openxmlformats.org/officeDocument/2006/relationships/image" Target="../media/a8626729f9ebd85bfe7c94391378274f7b65829a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f651be31e32231402772a5d48fcec4844cfc46fe.png"/>
<Relationship Id="rId3" Type="http://schemas.openxmlformats.org/officeDocument/2006/relationships/image" Target="../media/5e6d9a9e6db69d02c21ac05cf31df1b0cea07570.png"/>
<Relationship Id="rId4" Type="http://schemas.openxmlformats.org/officeDocument/2006/relationships/image" Target="../media/4933543add4c6d0ee000c793301b4b754ef98921.png"/>
<Relationship Id="rId5" Type="http://schemas.openxmlformats.org/officeDocument/2006/relationships/image" Target="../media/3831976d1151224c68e369beee732289c764dc66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1957dad2b1da8a66f1ae3bd4b8c1b6f3ae19ba6e.png"/>
<Relationship Id="rId3" Type="http://schemas.openxmlformats.org/officeDocument/2006/relationships/image" Target="../media/edbcb40af74936333a00fa6e833816b070521e11.png"/>
<Relationship Id="rId4" Type="http://schemas.openxmlformats.org/officeDocument/2006/relationships/image" Target="../media/61323fbde4cfd4a46d0b11d19d979dd812c32820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9839beb18860181a1aab434a54afbd9d3d57ba32.png"/>
<Relationship Id="rId3" Type="http://schemas.openxmlformats.org/officeDocument/2006/relationships/image" Target="../media/f53b20b51eca5a3b5bb637cb51c3a2a9f2bd1386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3d323aa53a83154d2a1d429cf740be1a0b53ed15.png"/>
<Relationship Id="rId3" Type="http://schemas.openxmlformats.org/officeDocument/2006/relationships/image" Target="../media/567afdf5567e732a212d792f5035c2403a4204bf.png"/>
<Relationship Id="rId4" Type="http://schemas.openxmlformats.org/officeDocument/2006/relationships/image" Target="../media/42b5fd2daf978f07e647eb2cf48b57ac9f7dce7c.png"/>
<Relationship Id="rId5" Type="http://schemas.openxmlformats.org/officeDocument/2006/relationships/image" Target="../media/bd88ea4a035606333e9f5d7e4ec898392216c063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a38dda58e1c5895f466e9739db7f758279ba5acd.png"/>
<Relationship Id="rId3" Type="http://schemas.openxmlformats.org/officeDocument/2006/relationships/image" Target="../media/a5d6e2b5054ac2800b55fb09b363d76f1b5f94f1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d4a332831ba70a07529f77d971d586df0d6def7e.png"/>
<Relationship Id="rId3" Type="http://schemas.openxmlformats.org/officeDocument/2006/relationships/image" Target="../media/b6cfa161a7e75544faf156d0721bf97a40004cdd.png"/>
<Relationship Id="rId4" Type="http://schemas.openxmlformats.org/officeDocument/2006/relationships/image" Target="../media/dece76a3c846fb86526e3c97ade5db4bfc1f35be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517da0e4332e436631c3dffc000684654dde4756.png"/>
<Relationship Id="rId3" Type="http://schemas.openxmlformats.org/officeDocument/2006/relationships/image" Target="../media/21d7500e8397c4ddd4b4f489749c740563724f6e.png"/>
<Relationship Id="rId4" Type="http://schemas.openxmlformats.org/officeDocument/2006/relationships/image" Target="../media/36e349ca572d053358c041e4eaf3b108a4b0fe4e.png"/>
<Relationship Id="rId5" Type="http://schemas.openxmlformats.org/officeDocument/2006/relationships/image" Target="../media/96e491f0bfcacb4dc8edded86dd0c4b0c15da4cd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71e50005dc4b282e16d3d17ec9547f888126eac2.png"/>
<Relationship Id="rId3" Type="http://schemas.openxmlformats.org/officeDocument/2006/relationships/image" Target="../media/d87ea7508be38f557c0d0090177db54bd5e25c0d.png"/>
<Relationship Id="rId4" Type="http://schemas.openxmlformats.org/officeDocument/2006/relationships/image" Target="../media/851405e997e81a97d5841f3e31b42ca9e9ab6867.png"/>
<Relationship Id="rId5" Type="http://schemas.openxmlformats.org/officeDocument/2006/relationships/image" Target="../media/ee9f49816b12b9b060634d8f413be46e05b2288b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687c59cd4763e83cea79d0f1e0c6e831cd8c9a42.png"/>
<Relationship Id="rId3" Type="http://schemas.openxmlformats.org/officeDocument/2006/relationships/image" Target="../media/bebe698a346968141909affa759a6311d58206b9.png"/>
<Relationship Id="rId4" Type="http://schemas.openxmlformats.org/officeDocument/2006/relationships/image" Target="../media/43b3a0e9a0d474027a2a0aea4c234dbe73fa06a4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6fc5dfb4889d8dfd48c67b64d3fd610113621e6b.png"/>
<Relationship Id="rId3" Type="http://schemas.openxmlformats.org/officeDocument/2006/relationships/image" Target="../media/99c8e5ad4556cea6f0319bff927227f223a61ce7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2ff19616bb94ed9ccde73c230c4c41fb066ef092.png"/>
<Relationship Id="rId3" Type="http://schemas.openxmlformats.org/officeDocument/2006/relationships/image" Target="../media/b48c7e0c6d7a0ffa420ebf4e62a579d67b2c2737.png"/>
<Relationship Id="rId4" Type="http://schemas.openxmlformats.org/officeDocument/2006/relationships/image" Target="../media/1da90a7b07e6274e4f2d46d878943d1a8d90a468.png"/>
<Relationship Id="rId5" Type="http://schemas.openxmlformats.org/officeDocument/2006/relationships/image" Target="../media/53c9cf79958a47d0dec03ae9a2afcfc85ce01792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93532cd22ee33af67d7671fe7dee5707cc33164.png"/>
<Relationship Id="rId3" Type="http://schemas.openxmlformats.org/officeDocument/2006/relationships/image" Target="../media/2e989e78d8447bf756944e1415ca8a26fc51d92c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6c2b472827739422a3ee320a671190a85d0316af.png"/>
<Relationship Id="rId3" Type="http://schemas.openxmlformats.org/officeDocument/2006/relationships/image" Target="../media/42d22ed6a3f7c25024550538da964bfce3b80e32.png"/>
<Relationship Id="rId4" Type="http://schemas.openxmlformats.org/officeDocument/2006/relationships/image" Target="../media/952707481a59124979868f1c8c2bfe088a57ff99.png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24f9786eb93153c28b2db9fab4e313b25e8306c9.png"/>
<Relationship Id="rId3" Type="http://schemas.openxmlformats.org/officeDocument/2006/relationships/image" Target="../media/da6ffc432620d633471438e53e662206c3846297.png"/>
<Relationship Id="rId4" Type="http://schemas.openxmlformats.org/officeDocument/2006/relationships/image" Target="../media/5bc948824972538246707b9e19d59bc94021fd13.png"/>
<Relationship Id="rId5" Type="http://schemas.openxmlformats.org/officeDocument/2006/relationships/image" Target="../media/436fa9e8bc942a1b833564fe8004ab0bd1569de3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(Q2 - H1)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235999" y="1549838"/>
          <a:ext cx="9556690" cy="16596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871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726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741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1,026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1,074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-0.7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5,891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4,683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4,691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4,136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4,674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4,598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-4.8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</p:spPr>
        <p:txBody>
          <a:bodyPr/>
          <a:lstStyle/>
          <a:p>
            <a:r>
              <a:rPr/>
              <a:t>Q2 (July-Sept)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235999" y="4275632"/>
          <a:ext cx="9556690" cy="1660618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1,744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1,333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1,388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1,937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2,070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375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354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-0.8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11,568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9,696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5,985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6,550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8,398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8,739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-5.5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</p:spPr>
        <p:txBody>
          <a:bodyPr/>
          <a:lstStyle/>
          <a:p>
            <a:r>
              <a:rPr/>
              <a:t>H1 (Apr-Sept)</a:t>
            </a:r>
          </a:p>
        </p:txBody>
      </p:sp>
      <p:sp>
        <p:nvSpPr>
          <p:cNvPr id="7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Q2(Jul-Sept)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Q2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Q2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Q2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Q2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H1(Apr-Sept)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H1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H1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H1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H1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Q2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Q2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Q2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Q2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Q2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Q2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Q2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Q2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Q2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Q2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Q2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Q2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Q2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Q2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Q2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Q2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Q2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Q2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Q2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Q2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(Q2)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(Q2)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(Q2)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(Q2)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Challenges With Entry Level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Mini/Micro Cars (Less than 3.6 mm) - Q2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Motorcycles upto 110 cc - Q2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Scooters upto 125 cc - Q2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Mopeds - Q2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</p:spPr>
        <p:txBody>
          <a:bodyPr/>
          <a:lstStyle/>
          <a:p>
            <a:r>
              <a:rPr/>
              <a:t>THANK YOU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H1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H1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H1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H1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H1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H1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H1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H1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H1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H1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H1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H1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H1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H1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H1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H1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H1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H1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H1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H1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(H1)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(H1)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(H1)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(H1)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58</cp:revision>
  <cp:lastPrinted>2022-04-13T06:10:10Z</cp:lastPrinted>
  <dcterms:created xsi:type="dcterms:W3CDTF">2018-10-06T06:23:07Z</dcterms:created>
  <dcterms:modified xsi:type="dcterms:W3CDTF">2024-01-09T17:48:28Z</dcterms:modified>
</cp:coreProperties>
</file>