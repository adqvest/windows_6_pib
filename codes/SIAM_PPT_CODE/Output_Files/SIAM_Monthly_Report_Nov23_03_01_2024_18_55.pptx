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</p:sldIdLst>
  <p:sldSz cx="12192000" cy="6858000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7552" userDrawn="1">
          <p15:clr>
            <a:srgbClr val="A4A3A4"/>
          </p15:clr>
        </p15:guide>
        <p15:guide id="3" orient="horz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CHREKAR SHANKAR" initials="AS" lastIdx="3" clrIdx="0">
    <p:extLst>
      <p:ext uri="{19B8F6BF-5375-455C-9EA6-DF929625EA0E}">
        <p15:presenceInfo xmlns:p15="http://schemas.microsoft.com/office/powerpoint/2012/main" userId="S-1-5-21-2016222445-503979530-1859928627-44851" providerId="AD"/>
      </p:ext>
    </p:extLst>
  </p:cmAuthor>
  <p:cmAuthor id="2" name="ACHREKAR SHANKAR" initials="AS [2]" lastIdx="0" clrIdx="1">
    <p:extLst>
      <p:ext uri="{19B8F6BF-5375-455C-9EA6-DF929625EA0E}">
        <p15:presenceInfo xmlns:p15="http://schemas.microsoft.com/office/powerpoint/2012/main" userId="S::207181@mahindra.com::cf878e1a-6ad7-46c5-b6a0-70486b932942" providerId="AD"/>
      </p:ext>
    </p:extLst>
  </p:cmAuthor>
  <p:cmAuthor id="3" name="Jasleen Kaur" initials="JK" lastIdx="1" clrIdx="2">
    <p:extLst>
      <p:ext uri="{19B8F6BF-5375-455C-9EA6-DF929625EA0E}">
        <p15:presenceInfo xmlns:p15="http://schemas.microsoft.com/office/powerpoint/2012/main" userId="S::jasleen@siam.in::2b62ef12-f35d-481e-94d1-4742d6e44ed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ECB6"/>
    <a:srgbClr val="FF5050"/>
    <a:srgbClr val="294983"/>
    <a:srgbClr val="FFC1B3"/>
    <a:srgbClr val="33CC33"/>
    <a:srgbClr val="B2DE82"/>
    <a:srgbClr val="FF7979"/>
    <a:srgbClr val="FF00FF"/>
    <a:srgbClr val="FF74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0" autoAdjust="0"/>
    <p:restoredTop sz="94977" autoAdjust="0"/>
  </p:normalViewPr>
  <p:slideViewPr>
    <p:cSldViewPr snapToGrid="0">
      <p:cViewPr varScale="1">
        <p:scale>
          <a:sx n="86" d="100"/>
          <a:sy n="86" d="100"/>
        </p:scale>
        <p:origin x="739" y="58"/>
      </p:cViewPr>
      <p:guideLst>
        <p:guide pos="7552"/>
        <p:guide orient="horz"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2940" y="66"/>
      </p:cViewPr>
      <p:guideLst/>
    </p:cSldViewPr>
  </p:notes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8" Type="http://schemas.openxmlformats.org/officeDocument/2006/relationships/tableStyles" Target="tableStyles.xml"/>
<Relationship Id="rId3" Type="http://schemas.openxmlformats.org/officeDocument/2006/relationships/handoutMaster" Target="handoutMasters/handoutMaster1.xml"/>
<Relationship Id="rId7" Type="http://schemas.openxmlformats.org/officeDocument/2006/relationships/theme" Target="theme/theme1.xml"/>
<Relationship Id="rId2" Type="http://schemas.openxmlformats.org/officeDocument/2006/relationships/notesMaster" Target="notesMasters/notesMaster1.xml"/>
<Relationship Id="rId1" Type="http://schemas.openxmlformats.org/officeDocument/2006/relationships/slideMaster" Target="slideMasters/slideMaster1.xml"/>
<Relationship Id="rId6" Type="http://schemas.openxmlformats.org/officeDocument/2006/relationships/viewProps" Target="viewProps.xml"/>
<Relationship Id="rId5" Type="http://schemas.openxmlformats.org/officeDocument/2006/relationships/presProps" Target="presProps.xml"/>
<Relationship Id="rId4" Type="http://schemas.openxmlformats.org/officeDocument/2006/relationships/commentAuthors" Target="commentAuthors.xml"/>
<Relationship Id="rId9" Type="http://schemas.openxmlformats.org/officeDocument/2006/relationships/slide" Target="slides/slide1.xml"/>
<Relationship Id="rId10" Type="http://schemas.openxmlformats.org/officeDocument/2006/relationships/slide" Target="slides/slide2.xml"/>
<Relationship Id="rId11" Type="http://schemas.openxmlformats.org/officeDocument/2006/relationships/slide" Target="slides/slide3.xml"/>
<Relationship Id="rId12" Type="http://schemas.openxmlformats.org/officeDocument/2006/relationships/slide" Target="slides/slide4.xml"/>
<Relationship Id="rId13" Type="http://schemas.openxmlformats.org/officeDocument/2006/relationships/slide" Target="slides/slide5.xml"/>
<Relationship Id="rId14" Type="http://schemas.openxmlformats.org/officeDocument/2006/relationships/slide" Target="slides/slide6.xml"/>
<Relationship Id="rId15" Type="http://schemas.openxmlformats.org/officeDocument/2006/relationships/slide" Target="slides/slide7.xml"/>
<Relationship Id="rId16" Type="http://schemas.openxmlformats.org/officeDocument/2006/relationships/slide" Target="slides/slide8.xml"/>
<Relationship Id="rId17" Type="http://schemas.openxmlformats.org/officeDocument/2006/relationships/slide" Target="slides/slide9.xml"/>
<Relationship Id="rId18" Type="http://schemas.openxmlformats.org/officeDocument/2006/relationships/slide" Target="slides/slide10.xml"/>
<Relationship Id="rId19" Type="http://schemas.openxmlformats.org/officeDocument/2006/relationships/slide" Target="slides/slide11.xml"/>
<Relationship Id="rId20" Type="http://schemas.openxmlformats.org/officeDocument/2006/relationships/slide" Target="slides/slide12.xml"/>
<Relationship Id="rId21" Type="http://schemas.openxmlformats.org/officeDocument/2006/relationships/slide" Target="slides/slide13.xml"/>
<Relationship Id="rId22" Type="http://schemas.openxmlformats.org/officeDocument/2006/relationships/slide" Target="slides/slide14.xml"/>
<Relationship Id="rId23" Type="http://schemas.openxmlformats.org/officeDocument/2006/relationships/slide" Target="slides/slide15.xml"/>
<Relationship Id="rId24" Type="http://schemas.openxmlformats.org/officeDocument/2006/relationships/slide" Target="slides/slide16.xml"/>
</Relationships>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ACF271-AF61-CCEC-DE75-52B24479E9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240FD-3952-77E0-C610-92A344B0B9F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97313" y="0"/>
            <a:ext cx="2982912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70EEE-C2C1-43E9-B6A6-18EEE2574FA0}" type="datetimeFigureOut">
              <a:rPr lang="en-ID" smtClean="0"/>
              <a:t>04/12/2023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90B11A-FB20-8265-A861-374E9B012CF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551898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7480" y="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5ECC-4053-4C97-AA24-912CA7F8689C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1162050"/>
            <a:ext cx="5573713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7697" y="4473942"/>
            <a:ext cx="5506423" cy="366022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71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7480" y="882971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A5F14-84EF-4F59-AE16-1D79C45BE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575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2DEF7-8648-46E6-874D-2070C8D5AD4A}"/>
              </a:ext>
            </a:extLst>
          </p:cNvPr>
          <p:cNvGrpSpPr/>
          <p:nvPr/>
        </p:nvGrpSpPr>
        <p:grpSpPr>
          <a:xfrm>
            <a:off x="4115745" y="304800"/>
            <a:ext cx="3928896" cy="1259592"/>
            <a:chOff x="3611729" y="530283"/>
            <a:chExt cx="1823355" cy="655559"/>
          </a:xfrm>
        </p:grpSpPr>
        <p:pic>
          <p:nvPicPr>
            <p:cNvPr id="8" name="Picture 7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6B0B0173-3DD0-4068-8F20-63AB63739B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717381" y="530283"/>
              <a:ext cx="1555996" cy="388999"/>
            </a:xfrm>
            <a:prstGeom prst="rect">
              <a:avLst/>
            </a:prstGeom>
          </p:spPr>
        </p:pic>
        <p:pic>
          <p:nvPicPr>
            <p:cNvPr id="9" name="Picture 8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8EE9E47-0F8E-44DE-8E5B-7124999A43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758044" y="921339"/>
              <a:ext cx="1474669" cy="76566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FC6EF1F-2434-4F6F-99B0-ADE598D0D398}"/>
                </a:ext>
              </a:extLst>
            </p:cNvPr>
            <p:cNvSpPr/>
            <p:nvPr/>
          </p:nvSpPr>
          <p:spPr>
            <a:xfrm>
              <a:off x="3611729" y="1009640"/>
              <a:ext cx="1823355" cy="1762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IN" sz="160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1600" i="1" dirty="0"/>
            </a:p>
          </p:txBody>
        </p:sp>
      </p:grpSp>
      <p:sp>
        <p:nvSpPr>
          <p:cNvPr id="12" name="Title 11">
            <a:extLst>
              <a:ext uri="{FF2B5EF4-FFF2-40B4-BE49-F238E27FC236}">
                <a16:creationId xmlns:a16="http://schemas.microsoft.com/office/drawing/2014/main" id="{314ED0AD-3B43-6D13-1A4B-60CE611BE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5118" y="2630414"/>
            <a:ext cx="9310149" cy="671940"/>
          </a:xfrm>
        </p:spPr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E7326E1-6507-01D9-5820-EE793E485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3F82A-F74D-4A60-B1B5-134C27F767D8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22F9F3E-7565-53B7-D13F-34B6AF48E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D794CCE7-EC7F-F169-A8B4-AC41F19688D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378502" y="3555647"/>
            <a:ext cx="5434996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</p:spTree>
    <p:extLst>
      <p:ext uri="{BB962C8B-B14F-4D97-AF65-F5344CB8AC3E}">
        <p14:creationId xmlns:p14="http://schemas.microsoft.com/office/powerpoint/2010/main" val="3944585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 NAME 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59480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4663" y="2046702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6" name="Chart Placeholder 27">
            <a:extLst>
              <a:ext uri="{FF2B5EF4-FFF2-40B4-BE49-F238E27FC236}">
                <a16:creationId xmlns:a16="http://schemas.microsoft.com/office/drawing/2014/main" id="{6D1D8431-E499-4EBC-A4E8-CEAACAF068A9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6493959" y="2046261"/>
            <a:ext cx="4879786" cy="32218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32096F-EB93-A504-6E71-5AD7E6C113EB}"/>
              </a:ext>
            </a:extLst>
          </p:cNvPr>
          <p:cNvSpPr/>
          <p:nvPr userDrawn="1"/>
        </p:nvSpPr>
        <p:spPr>
          <a:xfrm>
            <a:off x="641596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58D0E34-F511-341F-5749-4B4544F86D7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D90D60B-260A-58ED-0A16-FC96E86540A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C7E290A3-5E50-50DB-DA99-3663764F90A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17546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3160450" y="1670321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3260309" y="2446198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60309" y="1810897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260309" y="2113569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2B0EFDB0-62D2-7897-8892-E4AAB0068C44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72311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5989ADF-5DAE-4DE2-BF2F-974B5F1F7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BD645EB-3180-480E-8379-EAE29A4A15D8}"/>
              </a:ext>
            </a:extLst>
          </p:cNvPr>
          <p:cNvCxnSpPr>
            <a:cxnSpLocks/>
          </p:cNvCxnSpPr>
          <p:nvPr userDrawn="1"/>
        </p:nvCxnSpPr>
        <p:spPr>
          <a:xfrm>
            <a:off x="2429523" y="249893"/>
            <a:ext cx="0" cy="2556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A0B8405-00E0-48B1-96BA-431B984D22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Click to edit Master title style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FB9287-CD22-5C09-6AA9-05E243C7C68F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FC16A5-5C22-28D1-17CE-9C9CCADCF2A7}"/>
              </a:ext>
            </a:extLst>
          </p:cNvPr>
          <p:cNvSpPr/>
          <p:nvPr userDrawn="1"/>
        </p:nvSpPr>
        <p:spPr>
          <a:xfrm>
            <a:off x="448755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3FCCD59B-7CCE-F937-BDD3-9D0F67B5A93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293A3B18-FFD0-3FB1-DBAC-9A1C3998BCE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5" name="Chart Placeholder 17">
            <a:extLst>
              <a:ext uri="{FF2B5EF4-FFF2-40B4-BE49-F238E27FC236}">
                <a16:creationId xmlns:a16="http://schemas.microsoft.com/office/drawing/2014/main" id="{492AD86A-81A4-E37F-3CDE-4B3780C67FED}"/>
              </a:ext>
            </a:extLst>
          </p:cNvPr>
          <p:cNvSpPr>
            <a:spLocks noGrp="1"/>
          </p:cNvSpPr>
          <p:nvPr>
            <p:ph type="chart" sz="quarter" idx="38"/>
          </p:nvPr>
        </p:nvSpPr>
        <p:spPr>
          <a:xfrm>
            <a:off x="644258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79CBB8-F02C-7408-031B-3329D5C84BEF}"/>
              </a:ext>
            </a:extLst>
          </p:cNvPr>
          <p:cNvSpPr/>
          <p:nvPr userDrawn="1"/>
        </p:nvSpPr>
        <p:spPr>
          <a:xfrm>
            <a:off x="6290521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C48CC3C2-2989-DDE1-E434-32920891B8E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6ABB80C3-5F74-5D32-1B26-4BCB9DADB8E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4" name="Chart Placeholder 17">
            <a:extLst>
              <a:ext uri="{FF2B5EF4-FFF2-40B4-BE49-F238E27FC236}">
                <a16:creationId xmlns:a16="http://schemas.microsoft.com/office/drawing/2014/main" id="{119FF1AD-0F45-A234-28A9-46D387940E55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6486024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985D28A-41E5-A940-B5AB-2DE9FB767CE3}"/>
              </a:ext>
            </a:extLst>
          </p:cNvPr>
          <p:cNvSpPr/>
          <p:nvPr userDrawn="1"/>
        </p:nvSpPr>
        <p:spPr>
          <a:xfrm>
            <a:off x="3406499" y="3701603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833E063B-26F1-4AB3-7621-531E0B9FCD3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7" name="Text Placeholder 12">
            <a:extLst>
              <a:ext uri="{FF2B5EF4-FFF2-40B4-BE49-F238E27FC236}">
                <a16:creationId xmlns:a16="http://schemas.microsoft.com/office/drawing/2014/main" id="{C425FF2F-2307-040A-E7AC-8D5E672B04E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8" name="Chart Placeholder 17">
            <a:extLst>
              <a:ext uri="{FF2B5EF4-FFF2-40B4-BE49-F238E27FC236}">
                <a16:creationId xmlns:a16="http://schemas.microsoft.com/office/drawing/2014/main" id="{DDC6AA25-8FCA-BCEF-CC1F-0A13560A0568}"/>
              </a:ext>
            </a:extLst>
          </p:cNvPr>
          <p:cNvSpPr>
            <a:spLocks noGrp="1"/>
          </p:cNvSpPr>
          <p:nvPr>
            <p:ph type="chart" sz="quarter" idx="44"/>
          </p:nvPr>
        </p:nvSpPr>
        <p:spPr>
          <a:xfrm>
            <a:off x="3602002" y="4379853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9" name="Footer Placeholder 32">
            <a:extLst>
              <a:ext uri="{FF2B5EF4-FFF2-40B4-BE49-F238E27FC236}">
                <a16:creationId xmlns:a16="http://schemas.microsoft.com/office/drawing/2014/main" id="{4CEB89B2-F75A-BDE1-2635-E4CCC76E6EC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050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37D1648-FA81-4237-B407-DA8B91876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ABFACB1-9509-47EF-A1F4-35B89247EB92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A679D71-254B-43F0-9EEC-7759D1187CD0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6000" y="-1569848"/>
            <a:ext cx="0" cy="1080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hart Placeholder 17">
            <a:extLst>
              <a:ext uri="{FF2B5EF4-FFF2-40B4-BE49-F238E27FC236}">
                <a16:creationId xmlns:a16="http://schemas.microsoft.com/office/drawing/2014/main" id="{8730E1B9-8375-4E88-AD15-E7688F2E5210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5325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BA34E6-9426-4629-86D5-A1AFF6384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80C24745-5451-4720-A07F-45C9D0B6E39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574386E0-C4E6-415A-8BD6-1289C3DAC35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40277F-90C9-F325-1E90-0769742DB294}"/>
              </a:ext>
            </a:extLst>
          </p:cNvPr>
          <p:cNvSpPr/>
          <p:nvPr userDrawn="1"/>
        </p:nvSpPr>
        <p:spPr>
          <a:xfrm>
            <a:off x="599468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Chart Placeholder 17">
            <a:extLst>
              <a:ext uri="{FF2B5EF4-FFF2-40B4-BE49-F238E27FC236}">
                <a16:creationId xmlns:a16="http://schemas.microsoft.com/office/drawing/2014/main" id="{2795E81C-5D11-1233-43A3-0C568450DE8A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695325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41A27B2-C711-3E55-574F-95CDEB7E814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3707E330-B5A0-1FCB-BD47-0690CDDCABD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0A581D-3885-D451-5203-EB99448E1F0F}"/>
              </a:ext>
            </a:extLst>
          </p:cNvPr>
          <p:cNvSpPr/>
          <p:nvPr userDrawn="1"/>
        </p:nvSpPr>
        <p:spPr>
          <a:xfrm>
            <a:off x="599468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Chart Placeholder 17">
            <a:extLst>
              <a:ext uri="{FF2B5EF4-FFF2-40B4-BE49-F238E27FC236}">
                <a16:creationId xmlns:a16="http://schemas.microsoft.com/office/drawing/2014/main" id="{9B4C0AA5-3CEF-0D1B-7113-D686BAE33791}"/>
              </a:ext>
            </a:extLst>
          </p:cNvPr>
          <p:cNvSpPr>
            <a:spLocks noGrp="1"/>
          </p:cNvSpPr>
          <p:nvPr>
            <p:ph type="chart" sz="quarter" idx="43"/>
          </p:nvPr>
        </p:nvSpPr>
        <p:spPr>
          <a:xfrm>
            <a:off x="6551386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9C364C4E-1DA0-C650-4626-A938485E17A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17733AE3-3EAA-6D38-3A68-65559D100ED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FA177F-D9FF-60AC-29F8-F70564BBF994}"/>
              </a:ext>
            </a:extLst>
          </p:cNvPr>
          <p:cNvSpPr/>
          <p:nvPr userDrawn="1"/>
        </p:nvSpPr>
        <p:spPr>
          <a:xfrm>
            <a:off x="6455529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Chart Placeholder 17">
            <a:extLst>
              <a:ext uri="{FF2B5EF4-FFF2-40B4-BE49-F238E27FC236}">
                <a16:creationId xmlns:a16="http://schemas.microsoft.com/office/drawing/2014/main" id="{472E3B84-F415-25E8-807B-2CA952606F56}"/>
              </a:ext>
            </a:extLst>
          </p:cNvPr>
          <p:cNvSpPr>
            <a:spLocks noGrp="1"/>
          </p:cNvSpPr>
          <p:nvPr>
            <p:ph type="chart" sz="quarter" idx="46"/>
          </p:nvPr>
        </p:nvSpPr>
        <p:spPr>
          <a:xfrm>
            <a:off x="6551386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8DF7401A-5C0D-F65C-55ED-12DE107F2F2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CE9C3E4B-81CA-4657-65AC-DB60B8F24B5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3142E5-6560-3F7B-94A2-FCEB6C397317}"/>
              </a:ext>
            </a:extLst>
          </p:cNvPr>
          <p:cNvSpPr/>
          <p:nvPr userDrawn="1"/>
        </p:nvSpPr>
        <p:spPr>
          <a:xfrm>
            <a:off x="6455529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D0DEBA-3B3F-19CD-BA07-038084980EC2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Footer Placeholder 32">
            <a:extLst>
              <a:ext uri="{FF2B5EF4-FFF2-40B4-BE49-F238E27FC236}">
                <a16:creationId xmlns:a16="http://schemas.microsoft.com/office/drawing/2014/main" id="{E83037D8-AEA3-ABD5-4F7A-CC5D4F2E441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4406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_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822B-36A6-46EA-AB81-9095A9B7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B14FAFF4-EE07-46FD-B177-1014B58741B7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1235999" y="1549838"/>
            <a:ext cx="9556690" cy="20044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F385210-86CA-49D4-B11F-B4E23B287C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36000" y="1228748"/>
            <a:ext cx="9556690" cy="1628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" name="Table Placeholder 12">
            <a:extLst>
              <a:ext uri="{FF2B5EF4-FFF2-40B4-BE49-F238E27FC236}">
                <a16:creationId xmlns:a16="http://schemas.microsoft.com/office/drawing/2014/main" id="{604D515D-461B-B6BE-D2B7-3B42C98E42F2}"/>
              </a:ext>
            </a:extLst>
          </p:cNvPr>
          <p:cNvSpPr>
            <a:spLocks noGrp="1"/>
          </p:cNvSpPr>
          <p:nvPr>
            <p:ph type="tbl" sz="quarter" idx="35"/>
          </p:nvPr>
        </p:nvSpPr>
        <p:spPr>
          <a:xfrm>
            <a:off x="1235999" y="4308948"/>
            <a:ext cx="9556690" cy="16606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EEA3B46-1BFF-A3C7-C3F2-8B1A7573FFE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235999" y="3986179"/>
            <a:ext cx="9556690" cy="1628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4" name="Footer Placeholder 32">
            <a:extLst>
              <a:ext uri="{FF2B5EF4-FFF2-40B4-BE49-F238E27FC236}">
                <a16:creationId xmlns:a16="http://schemas.microsoft.com/office/drawing/2014/main" id="{7EE9201D-2AAC-3D96-FFAD-CEFD8B98778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3ECBB-92DB-02A0-5F5D-53558F04D02C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862FD91-D285-7FA3-2F83-51238B19F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9134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425F0A-9D54-AE1D-C584-29A5A885B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9542751-D764-2730-8990-7B1ACB9371B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78785" y="3266904"/>
            <a:ext cx="5234429" cy="2438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84223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jpe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910146"/>
            <a:ext cx="11570544" cy="5229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64008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3F82A-F74D-4A60-B1B5-134C27F767D8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4463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4882" y="6445245"/>
            <a:ext cx="18747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DA1FCB7-EEBB-41C6-9F95-5DD9FC9BE286}"/>
              </a:ext>
            </a:extLst>
          </p:cNvPr>
          <p:cNvCxnSpPr>
            <a:cxnSpLocks/>
          </p:cNvCxnSpPr>
          <p:nvPr/>
        </p:nvCxnSpPr>
        <p:spPr>
          <a:xfrm>
            <a:off x="-19312" y="710846"/>
            <a:ext cx="12192000" cy="0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93B2852-C473-4D24-9E55-8CEE0D9E0BD2}"/>
              </a:ext>
            </a:extLst>
          </p:cNvPr>
          <p:cNvCxnSpPr>
            <a:cxnSpLocks/>
          </p:cNvCxnSpPr>
          <p:nvPr/>
        </p:nvCxnSpPr>
        <p:spPr>
          <a:xfrm flipH="1">
            <a:off x="9882913" y="5"/>
            <a:ext cx="9235" cy="703115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03BBB4-E680-4BEA-B6D6-5C747063AD3C}"/>
              </a:ext>
            </a:extLst>
          </p:cNvPr>
          <p:cNvGrpSpPr/>
          <p:nvPr/>
        </p:nvGrpSpPr>
        <p:grpSpPr>
          <a:xfrm>
            <a:off x="10164882" y="74613"/>
            <a:ext cx="1726697" cy="623204"/>
            <a:chOff x="3488418" y="610288"/>
            <a:chExt cx="2133600" cy="1030168"/>
          </a:xfrm>
        </p:grpSpPr>
        <p:pic>
          <p:nvPicPr>
            <p:cNvPr id="11" name="Picture 10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D94B3933-ECDC-43D4-9C0B-3AF18EA9C9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488418" y="610288"/>
              <a:ext cx="2133600" cy="620034"/>
            </a:xfrm>
            <a:prstGeom prst="rect">
              <a:avLst/>
            </a:prstGeom>
          </p:spPr>
        </p:pic>
        <p:pic>
          <p:nvPicPr>
            <p:cNvPr id="12" name="Picture 11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F3980BD-D41C-4A48-A371-FB4385D4B7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666304" y="1223445"/>
              <a:ext cx="1773291" cy="145226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AE399A-2D76-4436-BFCC-CD16D1A1B994}"/>
                </a:ext>
              </a:extLst>
            </p:cNvPr>
            <p:cNvSpPr/>
            <p:nvPr/>
          </p:nvSpPr>
          <p:spPr>
            <a:xfrm>
              <a:off x="3503939" y="1297043"/>
              <a:ext cx="2098018" cy="34341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IN" sz="75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75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383772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90" r:id="rId2"/>
    <p:sldLayoutId id="2147483693" r:id="rId3"/>
    <p:sldLayoutId id="2147483691" r:id="rId4"/>
    <p:sldLayoutId id="2147483692" r:id="rId5"/>
    <p:sldLayoutId id="2147483694" r:id="rId6"/>
    <p:sldLayoutId id="2147483695" r:id="rId7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venir LT Std 45 Book" panose="020B0502020203020204" pitchFamily="34" charset="0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1pPr>
      <a:lvl2pPr marL="51433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2pPr>
      <a:lvl3pPr marL="857229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3pPr>
      <a:lvl4pPr marL="1200121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5pPr>
      <a:lvl6pPr marL="1885904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4acd586ae7fa8050eb084e394aea79429b93e550.png"/>
<Relationship Id="rId3" Type="http://schemas.openxmlformats.org/officeDocument/2006/relationships/image" Target="../media/f8e1fb765d8e201eed5857e79238f5ceaf72e9a7.png"/>
<Relationship Id="rId4" Type="http://schemas.openxmlformats.org/officeDocument/2006/relationships/image" Target="../media/71690604f5c73ab4ae94799e441486ad8229ebef.png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904cc0db79cf283765b97780b53a9f9ba1d4ea89.png"/>
<Relationship Id="rId3" Type="http://schemas.openxmlformats.org/officeDocument/2006/relationships/image" Target="../media/28defb921309e3679d78cb46ae35fab4a82fcb17.png"/>
<Relationship Id="rId4" Type="http://schemas.openxmlformats.org/officeDocument/2006/relationships/image" Target="../media/69d3285e72e10613f5fb78a78c50154a0ab5fd01.png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cdcec3ab68f81fc16170daa2e0fdc9bfd46e5e5c.png"/>
<Relationship Id="rId3" Type="http://schemas.openxmlformats.org/officeDocument/2006/relationships/image" Target="../media/4538f3d5a2aa1ff28e65f20995c579a2d7e05f39.png"/>
<Relationship Id="rId4" Type="http://schemas.openxmlformats.org/officeDocument/2006/relationships/image" Target="../media/ba31a35d8aaffb55f54f7e6fd0100d9fe7051716.png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92fc22c3dff60a9e46f2bb24ec08b7dc77256a59.png"/>
<Relationship Id="rId3" Type="http://schemas.openxmlformats.org/officeDocument/2006/relationships/image" Target="../media/3ee5854c80519a37057f3a0322e13f13c0395d76.png"/>
<Relationship Id="rId4" Type="http://schemas.openxmlformats.org/officeDocument/2006/relationships/image" Target="../media/9412ce36a4ef03fe036a813fd4afa63348a3b382.png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5afff4f8786212dc844ff0d4d78c432e0e2dff1a.png"/>
<Relationship Id="rId3" Type="http://schemas.openxmlformats.org/officeDocument/2006/relationships/image" Target="../media/d04a8022e95e69f759ba0a2b2e5716ff92d0eb47.png"/>
<Relationship Id="rId4" Type="http://schemas.openxmlformats.org/officeDocument/2006/relationships/image" Target="../media/86c85d4f84de9ef44cd9b130c4200955e69cc61e.png"/>
</Relationships>

</file>

<file path=ppt/slides/_rels/slide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e8bf161366d8a4d5e0ee3e271c3e68c149373b63.png"/>
<Relationship Id="rId3" Type="http://schemas.openxmlformats.org/officeDocument/2006/relationships/image" Target="../media/e2ec871e09215c2dd9171586b1755bdd1bcf924f.png"/>
</Relationships>

</file>

<file path=ppt/slides/_rels/slide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7373ffe5ef3407b3a475b1ff60ce8492d388d88a.png"/>
<Relationship Id="rId3" Type="http://schemas.openxmlformats.org/officeDocument/2006/relationships/image" Target="../media/fa457cc8ec6a26d73e7e4bc83d920129f90e34fe.png"/>
</Relationships>

</file>

<file path=ppt/slides/_rels/slide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58dd2f2036157fa7298b93325e6029187e55c69d.png"/>
<Relationship Id="rId3" Type="http://schemas.openxmlformats.org/officeDocument/2006/relationships/image" Target="../media/ff29d09a0c081718eb268400e0cf43bd6ce959fd.png"/>
</Relationships>

</file>

<file path=ppt/slides/_rels/slide10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3.xml"/>
<Relationship Id="rId2" Type="http://schemas.openxmlformats.org/officeDocument/2006/relationships/image" Target="../media/20412eee858f631df9b9e6a36ddd0bb127dae87f.png"/>
</Relationships>

</file>

<file path=ppt/slides/_rels/slide1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3535b5923bd676d8ca19d5fdd0cdd697f699a235.png"/>
<Relationship Id="rId3" Type="http://schemas.openxmlformats.org/officeDocument/2006/relationships/image" Target="../media/91ecd174f5a22361382048679fbc9f6d643ca5ae.png"/>
<Relationship Id="rId4" Type="http://schemas.openxmlformats.org/officeDocument/2006/relationships/image" Target="../media/759bb79c87ba8f816e8f2974f87c3117d4b7033a.png"/>
</Relationships>

</file>

<file path=ppt/slides/_rels/slide1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eb605c3b70869e51ea71e9a9e3b53d37156abe0f.png"/>
<Relationship Id="rId3" Type="http://schemas.openxmlformats.org/officeDocument/2006/relationships/image" Target="../media/c7e48a78040352fb344c3a66439e4582a4f2b88a.png"/>
<Relationship Id="rId4" Type="http://schemas.openxmlformats.org/officeDocument/2006/relationships/image" Target="../media/54ac2a4a3d5d70160d10ccb163e72bf7c288e27c.png"/>
</Relationships>

</file>

<file path=ppt/slides/_rels/slide1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6acc1ec67545b8cf738dc012a49d1600f6c1d31c.png"/>
<Relationship Id="rId3" Type="http://schemas.openxmlformats.org/officeDocument/2006/relationships/image" Target="../media/3166342faeb707588e326782e49557605e558598.png"/>
</Relationships>

</file>

<file path=ppt/slides/_rels/slide1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8246a44451b63ee0d70f66466145cd5a9f453e1b.png"/>
<Relationship Id="rId3" Type="http://schemas.openxmlformats.org/officeDocument/2006/relationships/image" Target="../media/5e72ccb2624fd84eb4b95f1fa87cbc66196eee94.png"/>
<Relationship Id="rId4" Type="http://schemas.openxmlformats.org/officeDocument/2006/relationships/image" Target="../media/cce39340020348361127f8226389efc5afaa8c73.png"/>
</Relationships>

</file>

<file path=ppt/slides/_rels/slide1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9c18b4b0c3fcdd2547054c81c3fc79b874558118.png"/>
<Relationship Id="rId3" Type="http://schemas.openxmlformats.org/officeDocument/2006/relationships/image" Target="../media/2c0cde44eb104a339418d04a9c6b0fe5ba0bc6c7.png"/>
<Relationship Id="rId4" Type="http://schemas.openxmlformats.org/officeDocument/2006/relationships/image" Target="../media/0c7e504dfabe8c979881f0d4d8acbcf482230a5a.png"/>
</Relationships>

</file>

<file path=ppt/slides/_rels/slide1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87a9d99178a8673c80699075e0364c13e9734cc1.png"/>
<Relationship Id="rId3" Type="http://schemas.openxmlformats.org/officeDocument/2006/relationships/image" Target="../media/2be0b3688b5e0a1c83482807d440867aaba9202f.png"/>
<Relationship Id="rId4" Type="http://schemas.openxmlformats.org/officeDocument/2006/relationships/image" Target="../media/71c00f3bdd4e0a5d76f7be78b59a47805452c4af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1"/>
          <p:cNvSpPr>
            <a:spLocks noGrp="1"/>
          </p:cNvSpPr>
          <p:nvPr>
            <p:ph type="title"/>
          </p:nvPr>
        </p:nvSpPr>
        <p:spPr>
          <a:xfrm>
            <a:off x="1425118" y="2630414"/>
            <a:ext cx="9310149" cy="671940"/>
          </a:xfrm>
        </p:spPr>
        <p:txBody>
          <a:bodyPr/>
          <a:lstStyle/>
          <a:p>
            <a:r>
              <a:rPr/>
              <a:t>Monthly Data Overview</a:t>
            </a:r>
          </a:p>
        </p:txBody>
      </p:sp>
      <p:sp>
        <p:nvSpPr>
          <p:cNvPr id="3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3378502" y="3555647"/>
            <a:ext cx="5434996" cy="332399"/>
          </a:xfrm>
        </p:spPr>
        <p:txBody>
          <a:bodyPr/>
          <a:lstStyle/>
          <a:p>
            <a:r>
              <a:rPr/>
              <a:t>Nov '23  NEW DELHI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Production -Nov '23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Three-Wheeler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Domestic Sales -Nov '23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Three-Wheeler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Exports -Nov '23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Three-Wheeler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Production - PV (Sub Categories) -Nov '23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Cars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Utility Vehicles/SUVs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Vans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Domestic Sales - PV (Sub-Categories) - Nov '23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Cars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Utility Vehicles/SUVs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Vans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Exports - PV (Sub-Categories) - Nov '23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Passenger Cars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Utility Vehicles/SUVs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Production - 3W (Sub-Categories) -Nov '23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Passenger Carrier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Goods Carrier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Domestic Sales - 3W (Sub-Categories) -Nov '23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Passenger Carrier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Goods Carrier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Exports - 3W (Sub-Categories) -Nov '23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3260309" y="2446198"/>
            <a:ext cx="4859338" cy="3240000"/>
          </a:xfrm>
          <a:prstGeom prst="rect">
            <a:avLst/>
          </a:prstGeom>
        </p:spPr>
      </p:pic>
      <p:sp>
        <p:nvSpPr>
          <p:cNvPr id="4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3260309" y="2113569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5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3260309" y="1810897"/>
            <a:ext cx="5400000" cy="162096"/>
          </a:xfrm>
        </p:spPr>
        <p:txBody>
          <a:bodyPr/>
          <a:lstStyle/>
          <a:p>
            <a:r>
              <a:rPr/>
              <a:t>Passenger Carrier</a:t>
            </a:r>
          </a:p>
        </p:txBody>
      </p:sp>
      <p:sp>
        <p:nvSpPr>
          <p:cNvPr id="6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Production - 2W (Sub-Categories) - Nov '23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Scooters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Motorcycles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Mopeds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Domestic Sales - 2W (Sub-Categories) - Nov '23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Scooters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Motorcycles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Mopeds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12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Exports - 2W (Sub-Categories) - Nov '23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Scooters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Motorcycles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13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Production Cumulative - Nov '23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Three-Wheeler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14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Domestic Sales Cumulative - Nov '23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Three-Wheeler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15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Exports Cumulative - Nov '23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Three-Wheeler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16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IF MONTHLY REPORT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alibri Light"/>
        <a:ea typeface=""/>
        <a:cs typeface=""/>
      </a:majorFont>
      <a:minorFont>
        <a:latin typeface="Avenir LT Std 35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SIAM" id="{BBFAB29D-AAA8-4AC3-9170-D6E0ADFA1E4B}" vid="{290168EC-8404-4ACF-A867-03CC3372D3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33981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Avenir LT Std 35 Light</vt:lpstr>
      <vt:lpstr>Avenir LT Std 45 Book</vt:lpstr>
      <vt:lpstr>Calibri</vt:lpstr>
      <vt:lpstr>NIIF MONTHLY REPORTS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Atanu Ganguli</dc:creator>
  <cp:lastModifiedBy/>
  <cp:revision>55</cp:revision>
  <cp:lastPrinted>2022-04-13T06:10:10Z</cp:lastPrinted>
  <dcterms:created xsi:type="dcterms:W3CDTF">2018-10-06T06:23:07Z</dcterms:created>
  <dcterms:modified xsi:type="dcterms:W3CDTF">2024-01-03T18:57:32Z</dcterms:modified>
</cp:coreProperties>
</file>