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04/12/2023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200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308948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86179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5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cfe508b9c480b6c63140b3279ba2a4ac42c9e32.png"/>
<Relationship Id="rId3" Type="http://schemas.openxmlformats.org/officeDocument/2006/relationships/image" Target="../media/1a81808b6afae6d3ed16bf013acf385913402210.png"/>
<Relationship Id="rId4" Type="http://schemas.openxmlformats.org/officeDocument/2006/relationships/image" Target="../media/52d59bc1e81cb2cc2490b7a38d6e35099f565585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7b608c1f791791a5afc393cd0bb8f3bec149117.png"/>
<Relationship Id="rId3" Type="http://schemas.openxmlformats.org/officeDocument/2006/relationships/image" Target="../media/5d861eca9bcb300593cc48c2661c16f1d6d646a9.png"/>
<Relationship Id="rId4" Type="http://schemas.openxmlformats.org/officeDocument/2006/relationships/image" Target="../media/046169896f807e05b05005231926fb234bbee699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bcb8ca86fd2cbef2851e362ef11a94fc3692e18.png"/>
<Relationship Id="rId3" Type="http://schemas.openxmlformats.org/officeDocument/2006/relationships/image" Target="../media/d3de5ddf1ee6a0a0c4b564dba4ba05ba4c9872a7.png"/>
<Relationship Id="rId4" Type="http://schemas.openxmlformats.org/officeDocument/2006/relationships/image" Target="../media/9ccba2b226c59bb2ffec418ac98181c2f49f5470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103ee72b04b8326fef2932affa51741d37f28c6.png"/>
<Relationship Id="rId3" Type="http://schemas.openxmlformats.org/officeDocument/2006/relationships/image" Target="../media/439f9f099fdbb90c328d7944baa314ae59ca67fa.png"/>
<Relationship Id="rId4" Type="http://schemas.openxmlformats.org/officeDocument/2006/relationships/image" Target="../media/ccec617891f9ef7e7d13e0f9debd97a669257211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5821e042bdde6331108e14f7ac53749f6f606ed.png"/>
<Relationship Id="rId3" Type="http://schemas.openxmlformats.org/officeDocument/2006/relationships/image" Target="../media/05fd61178a26a45478661111015260f9d137dcc8.png"/>
<Relationship Id="rId4" Type="http://schemas.openxmlformats.org/officeDocument/2006/relationships/image" Target="../media/5549b5c524365070930ec2ea34867f928ff96f12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f9e9d4007512f3d3393076ce0ed875d7c0cb2e5.png"/>
<Relationship Id="rId3" Type="http://schemas.openxmlformats.org/officeDocument/2006/relationships/image" Target="../media/ad7b58d15c0bad0f643d7a0f1a2b72c6629a6b69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60fef1295a902bc8e28ef49f7022e322b20fc3f.png"/>
<Relationship Id="rId3" Type="http://schemas.openxmlformats.org/officeDocument/2006/relationships/image" Target="../media/c245ab06d3f29c201ada2441558b7353f0f69222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99a1b4924058793f301d4ce5b24b09700fac2aa.png"/>
<Relationship Id="rId3" Type="http://schemas.openxmlformats.org/officeDocument/2006/relationships/image" Target="../media/b69177926ab6ff6856c7cce9a8ac4b89fe6cfdd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Relationship Id="rId2" Type="http://schemas.openxmlformats.org/officeDocument/2006/relationships/image" Target="../media/db6ee7add47cf1ce51935f7ffcdfc44f9be726ab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b1eeb97130c78523ffe4967f1b36d2f4fd5dc35.png"/>
<Relationship Id="rId3" Type="http://schemas.openxmlformats.org/officeDocument/2006/relationships/image" Target="../media/9176ca8fcdc540b6c05b955e324973a258645344.png"/>
<Relationship Id="rId4" Type="http://schemas.openxmlformats.org/officeDocument/2006/relationships/image" Target="../media/9602550982ae9b363cbd129233eaf993d92ca9c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19a0fa5dbe222c1cf799e379cf23a7963366796.png"/>
<Relationship Id="rId3" Type="http://schemas.openxmlformats.org/officeDocument/2006/relationships/image" Target="../media/8008256855cc09091d5b6b2c1bb1999905fe63ca.png"/>
<Relationship Id="rId4" Type="http://schemas.openxmlformats.org/officeDocument/2006/relationships/image" Target="../media/3898fc9d7a900dc61799f6d240ff7afaf2f3bf92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0f77abc7fcefe411a8e25432d90fb0d53d67e8b.png"/>
<Relationship Id="rId3" Type="http://schemas.openxmlformats.org/officeDocument/2006/relationships/image" Target="../media/35ea59a89aba3683badea500de6e266c7a1de91a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b3279e3d67e7c4359fb6c3aeb26b4e117ed11b5.png"/>
<Relationship Id="rId3" Type="http://schemas.openxmlformats.org/officeDocument/2006/relationships/image" Target="../media/3b15609305c3ff7d33d0460d1c8592322c03666d.png"/>
<Relationship Id="rId4" Type="http://schemas.openxmlformats.org/officeDocument/2006/relationships/image" Target="../media/5b4ab37c8d5c654cfee76e25704c9d7018fd6256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221f1354ad41cf5349a87785aa957e9219a639f.png"/>
<Relationship Id="rId3" Type="http://schemas.openxmlformats.org/officeDocument/2006/relationships/image" Target="../media/e430e8e21da25d97b2438d7dc8e09a1cd5a4568f.png"/>
<Relationship Id="rId4" Type="http://schemas.openxmlformats.org/officeDocument/2006/relationships/image" Target="../media/ef78a0134dc5a3badebf0aec4eca30263aca8578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38c96d2f36bd453b0966586e76a5cf0b31be0b4.png"/>
<Relationship Id="rId3" Type="http://schemas.openxmlformats.org/officeDocument/2006/relationships/image" Target="../media/3a60abed65493b918b43016a0dde7c6de73a17f2.png"/>
<Relationship Id="rId4" Type="http://schemas.openxmlformats.org/officeDocument/2006/relationships/image" Target="../media/9979d5bcb272f8ee6eec973359f11df8783545e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Monthly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Jan '24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PV (Sub Categories) -Jan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PV (Sub-Categories) - 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PV (Sub-Categories) - Jan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- 3W (Sub-Categories) -Jan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- 3W (Sub-Categories) -Jan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- 3W (Sub-Categories) -Jan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3260309" y="2446198"/>
            <a:ext cx="4859338" cy="3240000"/>
          </a:xfrm>
          <a:prstGeom prst="rect">
            <a:avLst/>
          </a:prstGeom>
        </p:spPr>
      </p:pic>
      <p:sp>
        <p:nvSpPr>
          <p:cNvPr id="4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6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- 2W (Sub-Categories) - 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- 2W (Sub-Categories) - 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- 2W (Sub-Categories) - Jan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Cumulative - 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Cumulative - Jan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55</cp:revision>
  <cp:lastPrinted>2022-04-13T06:10:10Z</cp:lastPrinted>
  <dcterms:created xsi:type="dcterms:W3CDTF">2018-10-06T06:23:07Z</dcterms:created>
  <dcterms:modified xsi:type="dcterms:W3CDTF">2024-02-14T12:38:18Z</dcterms:modified>
</cp:coreProperties>
</file>