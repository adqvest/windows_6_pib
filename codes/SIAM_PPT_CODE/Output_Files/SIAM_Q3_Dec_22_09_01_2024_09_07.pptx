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b0c6f8640d84d3175d87f57086d0122c5914a05.png"/>
<Relationship Id="rId3" Type="http://schemas.openxmlformats.org/officeDocument/2006/relationships/image" Target="../media/0a433c558e88dabe10ff43aa5c647801e6d12840.png"/>
<Relationship Id="rId4" Type="http://schemas.openxmlformats.org/officeDocument/2006/relationships/image" Target="../media/c5444cac04cb38802ab8090d9810a2d94e07f3f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8919deb72f316ac23e91345a9a75bb1facfc987.png"/>
<Relationship Id="rId3" Type="http://schemas.openxmlformats.org/officeDocument/2006/relationships/image" Target="../media/2d3e87666f446816b4490d31d12a1298015d1e4e.png"/>
<Relationship Id="rId4" Type="http://schemas.openxmlformats.org/officeDocument/2006/relationships/image" Target="../media/83d435d8b0db1e34039fa89efcd1c7a3eef8b8ab.png"/>
<Relationship Id="rId5" Type="http://schemas.openxmlformats.org/officeDocument/2006/relationships/image" Target="../media/a72a7d576a09b346a8977670db43099675f672ea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2c0cde44eb104a339418d04a9c6b0fe5ba0bc6c7.png"/>
<Relationship Id="rId4" Type="http://schemas.openxmlformats.org/officeDocument/2006/relationships/image" Target="../media/0c7e504dfabe8c979881f0d4d8acbcf482230a5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40426692c90ee6a60d27ecaa9f175fa28b742e8.png"/>
<Relationship Id="rId3" Type="http://schemas.openxmlformats.org/officeDocument/2006/relationships/image" Target="../media/8a2dcdbe782fe981ce96c973c7b03a999f03c9d5.png"/>
<Relationship Id="rId4" Type="http://schemas.openxmlformats.org/officeDocument/2006/relationships/image" Target="../media/64d1f926b4deb5041f2a9dab43cfd58d6a38c491.png"/>
<Relationship Id="rId5" Type="http://schemas.openxmlformats.org/officeDocument/2006/relationships/image" Target="../media/9c18e2be0cd42587c687ef9f334f38f256f27b4f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095e2096ebe8aacc38f07474fb7724b5cdb3ca2.png"/>
<Relationship Id="rId3" Type="http://schemas.openxmlformats.org/officeDocument/2006/relationships/image" Target="../media/e5d7a16e0cecc847c5bd0d9902ca18716d277e69.png"/>
<Relationship Id="rId4" Type="http://schemas.openxmlformats.org/officeDocument/2006/relationships/image" Target="../media/19bb5782d046b9f0b5b6adb756d346ff304b331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546433"/>
                <a:gridCol w="1546433"/>
                <a:gridCol w="1546433"/>
                <a:gridCol w="1546433"/>
                <a:gridCol w="1546433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2,504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2,700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15,268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12,864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9,164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11,213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Nov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2024-01-09T09:08:40Z</dcterms:modified>
</cp:coreProperties>
</file>