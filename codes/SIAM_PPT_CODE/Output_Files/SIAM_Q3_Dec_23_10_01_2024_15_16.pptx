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47fca495eda7adac46f669bc15122933f3c7b6a.png"/>
<Relationship Id="rId3" Type="http://schemas.openxmlformats.org/officeDocument/2006/relationships/image" Target="../media/866807508f008f1d42ded8d0d364d8ce1f5b561c.png"/>
<Relationship Id="rId4" Type="http://schemas.openxmlformats.org/officeDocument/2006/relationships/image" Target="../media/abfbb1ff5b8062b17b68bd59d01bb071cfc1833e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597434af1fff1e5574a332a59c1fdc75663a1a5.png"/>
<Relationship Id="rId3" Type="http://schemas.openxmlformats.org/officeDocument/2006/relationships/image" Target="../media/61a30e81ab173e617ef9250bb55150821c3e12fa.png"/>
<Relationship Id="rId4" Type="http://schemas.openxmlformats.org/officeDocument/2006/relationships/image" Target="../media/4e54a787616574f852716ee0ca3069b2d62d5010.png"/>
<Relationship Id="rId5" Type="http://schemas.openxmlformats.org/officeDocument/2006/relationships/image" Target="../media/891df0cc56b7dc6f45fc124278444419a6b2c577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f5f49d693cdabaab8e8d736354bcc9648176778c.png"/>
<Relationship Id="rId3" Type="http://schemas.openxmlformats.org/officeDocument/2006/relationships/image" Target="../media/f13b0f1ff2c2bf302fd88be756cec43f24b0b9d1.png"/>
<Relationship Id="rId4" Type="http://schemas.openxmlformats.org/officeDocument/2006/relationships/image" Target="../media/69f1172d25a564dd4ff95a7bd7c4f5feea2dab09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41f725014c779b7c710193aed67f8463f4217c0.png"/>
<Relationship Id="rId3" Type="http://schemas.openxmlformats.org/officeDocument/2006/relationships/image" Target="../media/5091796a3b8d0b49a021973d9c7245cb52d6e66c.png"/>
<Relationship Id="rId4" Type="http://schemas.openxmlformats.org/officeDocument/2006/relationships/image" Target="../media/4b31c304f1d9a496c8048ef4cd878667c906a220.png"/>
<Relationship Id="rId5" Type="http://schemas.openxmlformats.org/officeDocument/2006/relationships/image" Target="../media/474b4f8600040118790e414ce7a6529c3a17c40c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070938864004740f0a303ebbf1c0e43efecb05c9.png"/>
<Relationship Id="rId3" Type="http://schemas.openxmlformats.org/officeDocument/2006/relationships/image" Target="../media/d465ada99b7e643e9c367d19446d71085488cb7b.png"/>
<Relationship Id="rId4" Type="http://schemas.openxmlformats.org/officeDocument/2006/relationships/image" Target="../media/ac2d2f2e0c014d5964806f17cf1ecd36e7662b05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cf02f2c080408c38cbe3c31d097fce0620af1ee.png"/>
<Relationship Id="rId3" Type="http://schemas.openxmlformats.org/officeDocument/2006/relationships/image" Target="../media/3280f6de64402d202b885f70704ba238d272148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ca7f6ad736bff806a9513e7d3a66f479d693740b.png"/>
<Relationship Id="rId3" Type="http://schemas.openxmlformats.org/officeDocument/2006/relationships/image" Target="../media/a00a510997371e2beadae893329d5db7566129d8.png"/>
<Relationship Id="rId4" Type="http://schemas.openxmlformats.org/officeDocument/2006/relationships/image" Target="../media/560de010fc9555281ac35b66c961f15e2585f90d.png"/>
<Relationship Id="rId5" Type="http://schemas.openxmlformats.org/officeDocument/2006/relationships/image" Target="../media/34795b1014c301cf6e3a9a76da2027661eefdc69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9e7e1a6740fb7d5534889c6a92f9cb21180a6b5.png"/>
<Relationship Id="rId3" Type="http://schemas.openxmlformats.org/officeDocument/2006/relationships/image" Target="../media/95b1e3a32658e746e9fd614f61c0445589b4fffc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164a29eff0a2f6bbe6ee9ea58c16e5323862268.png"/>
<Relationship Id="rId3" Type="http://schemas.openxmlformats.org/officeDocument/2006/relationships/image" Target="../media/e29060efe675b8da4254e0e6d1253b7819212283.png"/>
<Relationship Id="rId4" Type="http://schemas.openxmlformats.org/officeDocument/2006/relationships/image" Target="../media/79fbf2e3cd89b0b16af42d22f93d7e32c31d9879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cc42261ebfaf8e1666fafb9e0abdc89cd51e076.png"/>
<Relationship Id="rId3" Type="http://schemas.openxmlformats.org/officeDocument/2006/relationships/image" Target="../media/2205aa9e36649666cb581990897628ef3f27876c.png"/>
<Relationship Id="rId4" Type="http://schemas.openxmlformats.org/officeDocument/2006/relationships/image" Target="../media/7059df1da8153904fecb8cf1f5c1e59c5382f224.png"/>
<Relationship Id="rId5" Type="http://schemas.openxmlformats.org/officeDocument/2006/relationships/image" Target="../media/794bdbba3089c7d386c371f6af6278eb55b56097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37d4cd27d56746cf72ebdbc6c1f13f50a30d5a.png"/>
<Relationship Id="rId3" Type="http://schemas.openxmlformats.org/officeDocument/2006/relationships/image" Target="../media/40573bc9210e56d90d194e08cb0abaf7ffc2ce03.png"/>
<Relationship Id="rId4" Type="http://schemas.openxmlformats.org/officeDocument/2006/relationships/image" Target="../media/24438bcca09baa6d9ac99a656df2c0a2a1d3764d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a03de5f5e71646e25576bc8ac48075d4a24d86e.png"/>
<Relationship Id="rId3" Type="http://schemas.openxmlformats.org/officeDocument/2006/relationships/image" Target="../media/1ca0445116c017b844ec86cc2182b9ab79f41341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2c87c740fc22b4589fbc05a7571245dfffde51f.png"/>
<Relationship Id="rId3" Type="http://schemas.openxmlformats.org/officeDocument/2006/relationships/image" Target="../media/75e63fc5b3eeff2727ee34aa7fc08b3471df1145.png"/>
<Relationship Id="rId4" Type="http://schemas.openxmlformats.org/officeDocument/2006/relationships/image" Target="../media/faae66d4b0a8cc15360f7fd2d7a0d4b4eef08827.png"/>
<Relationship Id="rId5" Type="http://schemas.openxmlformats.org/officeDocument/2006/relationships/image" Target="../media/527c1240256a69ba372fbfebb41c10da43d9b02d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8352da998d39ad542f9d31595ebc9060d908408.png"/>
<Relationship Id="rId3" Type="http://schemas.openxmlformats.org/officeDocument/2006/relationships/image" Target="../media/274e79266252173012dcdaebe140d12e5ead1232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b19e930ef9da1533534bcdc3a4aaf350b49bbd91.png"/>
<Relationship Id="rId3" Type="http://schemas.openxmlformats.org/officeDocument/2006/relationships/image" Target="../media/116ae5b27bf1644346360043e9e614c737b7976b.png"/>
<Relationship Id="rId4" Type="http://schemas.openxmlformats.org/officeDocument/2006/relationships/image" Target="../media/8f366b62fab2d173cf054d641db4b8adf44505c1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ae3b974b7d3e196cd5c523ad72e1ab5e52b0a8d8.png"/>
<Relationship Id="rId3" Type="http://schemas.openxmlformats.org/officeDocument/2006/relationships/image" Target="../media/b906b4a1af1d414ad6d1b9bed1fbe211a76e0397.png"/>
<Relationship Id="rId4" Type="http://schemas.openxmlformats.org/officeDocument/2006/relationships/image" Target="../media/704c79eda280261d494602c4c09d9ea689f40e9e.png"/>
<Relationship Id="rId5" Type="http://schemas.openxmlformats.org/officeDocument/2006/relationships/image" Target="../media/80bab53098c4284f239f92ada7136472e302c9cd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1,012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3,860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4,101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17,075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-2.1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2,145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2,872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16,527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13,914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10,767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10,180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13,471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Dec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Dec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 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  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 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Q3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Q3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Q3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Q3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(Q3)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(Q3)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(Q3)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(Q3)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CY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CY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CY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CY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CY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CY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CY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CY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CY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CY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CY(Jan-Dec)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(CY)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(CY)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(CY)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(CY)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59</cp:revision>
  <cp:lastPrinted>2022-04-13T06:10:10Z</cp:lastPrinted>
  <dcterms:created xsi:type="dcterms:W3CDTF">2018-10-06T06:23:07Z</dcterms:created>
  <dcterms:modified xsi:type="dcterms:W3CDTF">2024-01-10T15:18:57Z</dcterms:modified>
</cp:coreProperties>
</file>