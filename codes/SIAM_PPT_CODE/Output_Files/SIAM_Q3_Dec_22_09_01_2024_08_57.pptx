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0c6f8640d84d3175d87f57086d0122c5914a05.png"/>
<Relationship Id="rId3" Type="http://schemas.openxmlformats.org/officeDocument/2006/relationships/image" Target="../media/0a433c558e88dabe10ff43aa5c647801e6d12840.png"/>
<Relationship Id="rId4" Type="http://schemas.openxmlformats.org/officeDocument/2006/relationships/image" Target="../media/c5444cac04cb38802ab8090d9810a2d94e07f3f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8919deb72f316ac23e91345a9a75bb1facfc987.png"/>
<Relationship Id="rId3" Type="http://schemas.openxmlformats.org/officeDocument/2006/relationships/image" Target="../media/2d3e87666f446816b4490d31d12a1298015d1e4e.png"/>
<Relationship Id="rId4" Type="http://schemas.openxmlformats.org/officeDocument/2006/relationships/image" Target="../media/83d435d8b0db1e34039fa89efcd1c7a3eef8b8ab.png"/>
<Relationship Id="rId5" Type="http://schemas.openxmlformats.org/officeDocument/2006/relationships/image" Target="../media/a72a7d576a09b346a8977670db43099675f672ea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2024-01-09T08:58:55Z</dcterms:modified>
</cp:coreProperties>
</file>