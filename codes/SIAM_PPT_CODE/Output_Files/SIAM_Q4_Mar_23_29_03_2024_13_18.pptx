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d64756319739887c0db5b9725d28901cfda8c49.png"/>
<Relationship Id="rId3" Type="http://schemas.openxmlformats.org/officeDocument/2006/relationships/image" Target="../media/4a8b7edf105cb575ebb7cf2fba1ca9031cc3c243.png"/>
<Relationship Id="rId4" Type="http://schemas.openxmlformats.org/officeDocument/2006/relationships/image" Target="../media/a9743089d46eb6553cfffaa8ca603ade54d19ad4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d18539f74363bddce0671217ff0bc2082c61eda2.png"/>
<Relationship Id="rId3" Type="http://schemas.openxmlformats.org/officeDocument/2006/relationships/image" Target="../media/8a0f4c36ccef22e56227430704b47ed8507c9758.png"/>
<Relationship Id="rId4" Type="http://schemas.openxmlformats.org/officeDocument/2006/relationships/image" Target="../media/8d797f1b3dfd9c63e49b47feb608a1f785117b29.png"/>
<Relationship Id="rId5" Type="http://schemas.openxmlformats.org/officeDocument/2006/relationships/image" Target="../media/ec6e675172992114b43075528ace3510d50360c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c17d461c1889200cd1afc4b0b0aa2df77d233cc.png"/>
<Relationship Id="rId3" Type="http://schemas.openxmlformats.org/officeDocument/2006/relationships/image" Target="../media/cef8890bfa3b1c218eb327347325950fa14952aa.png"/>
<Relationship Id="rId4" Type="http://schemas.openxmlformats.org/officeDocument/2006/relationships/image" Target="../media/f1962ca7e9b50b50d5dbfbbf0b893c248da8039b.png"/>
<Relationship Id="rId5" Type="http://schemas.openxmlformats.org/officeDocument/2006/relationships/image" Target="../media/940a4049a53914635496f46160c1d6470fad95fc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7f8fd75db9594953b8c2319d9ffb4a490497156.png"/>
<Relationship Id="rId3" Type="http://schemas.openxmlformats.org/officeDocument/2006/relationships/image" Target="../media/2d15e53159b27fc266549b8ab356dd49633103af.png"/>
<Relationship Id="rId4" Type="http://schemas.openxmlformats.org/officeDocument/2006/relationships/image" Target="../media/0f22ca0f53a5c59289a9304774431246a7670ed6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24bb84f52600d8c02cf21b27fd279b2b158ab38.png"/>
<Relationship Id="rId3" Type="http://schemas.openxmlformats.org/officeDocument/2006/relationships/image" Target="../media/e51212d570615b149ebecfa673e1f79207c69e77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d3788222523f3bb8d9e42e4581c70aee5ad98144.png"/>
<Relationship Id="rId3" Type="http://schemas.openxmlformats.org/officeDocument/2006/relationships/image" Target="../media/2cdd16c159914386535e18d0a1df6b9f496e46ae.png"/>
<Relationship Id="rId4" Type="http://schemas.openxmlformats.org/officeDocument/2006/relationships/image" Target="../media/595815ede92c8da9bd78ab89d27f678e204cc78a.png"/>
<Relationship Id="rId5" Type="http://schemas.openxmlformats.org/officeDocument/2006/relationships/image" Target="../media/a0821c7e96b4ecc2537c8472eaeec4482805d347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42dd1945103a0a01f116b6736184dc7907d5cc1.png"/>
<Relationship Id="rId3" Type="http://schemas.openxmlformats.org/officeDocument/2006/relationships/image" Target="../media/281f2867fd718a927088cbee29de512442500ed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b8c33909db00022b550fd0ff056bf8bf8897ca4.png"/>
<Relationship Id="rId3" Type="http://schemas.openxmlformats.org/officeDocument/2006/relationships/image" Target="../media/404a4c5451a593552c459a2d8c02c970701c2966.png"/>
<Relationship Id="rId4" Type="http://schemas.openxmlformats.org/officeDocument/2006/relationships/image" Target="../media/817e5ebc4264e9539389ec9cf5e5b30a7e65a892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aea004b49f0dded6514f40f6bc4282b28e1f258.png"/>
<Relationship Id="rId3" Type="http://schemas.openxmlformats.org/officeDocument/2006/relationships/image" Target="../media/63e021d86f05d237b0b221175619cb4de5a6c726.png"/>
<Relationship Id="rId4" Type="http://schemas.openxmlformats.org/officeDocument/2006/relationships/image" Target="../media/ba42e9a62c01be535492158fc43d2d831246f0db.png"/>
<Relationship Id="rId5" Type="http://schemas.openxmlformats.org/officeDocument/2006/relationships/image" Target="../media/b1e0313b0bffbf7bdfbfb4725d66a1a3483d2630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c3bb50e18bc45d93bcbca651ac5408823ebf8e6.png"/>
<Relationship Id="rId3" Type="http://schemas.openxmlformats.org/officeDocument/2006/relationships/image" Target="../media/7eabb4f4047184b3f107b48f23f83a3eceeac192.png"/>
<Relationship Id="rId4" Type="http://schemas.openxmlformats.org/officeDocument/2006/relationships/image" Target="../media/3d6d3e9c1bd51793cdd3acef319e5e5fe5eb373d.png"/>
<Relationship Id="rId5" Type="http://schemas.openxmlformats.org/officeDocument/2006/relationships/image" Target="../media/aa113d28545dc42786ce1bc6d552e9f48e5f1a6c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(Q4 - FY)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March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March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March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March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Q4(Jan-Mar)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Q4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Q4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Q4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Q4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FY(Apr-Mar)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FY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FY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FY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FY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Q4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Q4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Q4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Q4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Q4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Q4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Q4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Q4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Q4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Q4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Q4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Q4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Q4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Q4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Q4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Q4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Q4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(Q4)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(Q4)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(Q4)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(Q4)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FY(Apr-Mar)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FY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FY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FY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FY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2024-03-29T13:19:47Z</dcterms:modified>
</cp:coreProperties>
</file>