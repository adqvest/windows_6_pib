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8000d6d42e3bb40d53762961ef6f2de91630e51.png"/>
<Relationship Id="rId3" Type="http://schemas.openxmlformats.org/officeDocument/2006/relationships/image" Target="../media/f13b0f1ff2c2bf302fd88be756cec43f24b0b9d1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Q3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Q3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Q3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Q3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2024-01-23T17:24:49Z</dcterms:modified>
</cp:coreProperties>
</file>