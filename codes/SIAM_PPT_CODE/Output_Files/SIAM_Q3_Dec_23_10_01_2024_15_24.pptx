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552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HREKAR SHANKAR" initials="AS" lastIdx="3" clrIdx="0">
    <p:extLst>
      <p:ext uri="{19B8F6BF-5375-455C-9EA6-DF929625EA0E}">
        <p15:presenceInfo xmlns:p15="http://schemas.microsoft.com/office/powerpoint/2012/main" userId="S-1-5-21-2016222445-503979530-1859928627-44851" providerId="AD"/>
      </p:ext>
    </p:extLst>
  </p:cmAuthor>
  <p:cmAuthor id="2" name="ACHREKAR SHANKAR" initials="AS [2]" lastIdx="0" clrIdx="1">
    <p:extLst>
      <p:ext uri="{19B8F6BF-5375-455C-9EA6-DF929625EA0E}">
        <p15:presenceInfo xmlns:p15="http://schemas.microsoft.com/office/powerpoint/2012/main" userId="S::207181@mahindra.com::cf878e1a-6ad7-46c5-b6a0-70486b932942" providerId="AD"/>
      </p:ext>
    </p:extLst>
  </p:cmAuthor>
  <p:cmAuthor id="3" name="Jasleen Kaur" initials="JK" lastIdx="1" clrIdx="2">
    <p:extLst>
      <p:ext uri="{19B8F6BF-5375-455C-9EA6-DF929625EA0E}">
        <p15:presenceInfo xmlns:p15="http://schemas.microsoft.com/office/powerpoint/2012/main" userId="S::jasleen@siam.in::2b62ef12-f35d-481e-94d1-4742d6e44e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CB6"/>
    <a:srgbClr val="FF5050"/>
    <a:srgbClr val="294983"/>
    <a:srgbClr val="FFC1B3"/>
    <a:srgbClr val="33CC33"/>
    <a:srgbClr val="B2DE82"/>
    <a:srgbClr val="FF7979"/>
    <a:srgbClr val="FF00FF"/>
    <a:srgbClr val="FF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0" autoAdjust="0"/>
    <p:restoredTop sz="94977" autoAdjust="0"/>
  </p:normalViewPr>
  <p:slideViewPr>
    <p:cSldViewPr snapToGrid="0">
      <p:cViewPr varScale="1">
        <p:scale>
          <a:sx n="86" d="100"/>
          <a:sy n="86" d="100"/>
        </p:scale>
        <p:origin x="739" y="58"/>
      </p:cViewPr>
      <p:guideLst>
        <p:guide pos="7552"/>
        <p:guide orient="horz"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0" y="66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tableStyles" Target="tableStyles.xml"/>
<Relationship Id="rId3" Type="http://schemas.openxmlformats.org/officeDocument/2006/relationships/handoutMaster" Target="handoutMasters/handoutMaster1.xml"/>
<Relationship Id="rId7" Type="http://schemas.openxmlformats.org/officeDocument/2006/relationships/theme" Target="theme/theme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viewProps" Target="viewProps.xml"/>
<Relationship Id="rId5" Type="http://schemas.openxmlformats.org/officeDocument/2006/relationships/presProps" Target="presProps.xml"/>
<Relationship Id="rId4" Type="http://schemas.openxmlformats.org/officeDocument/2006/relationships/commentAuthors" Target="commentAuthors.xml"/>
<Relationship Id="rId9" Type="http://schemas.openxmlformats.org/officeDocument/2006/relationships/slide" Target="slides/slide1.xml"/>
<Relationship Id="rId10" Type="http://schemas.openxmlformats.org/officeDocument/2006/relationships/slide" Target="slides/slide2.xml"/>
<Relationship Id="rId11" Type="http://schemas.openxmlformats.org/officeDocument/2006/relationships/slide" Target="slides/slide3.xml"/>
<Relationship Id="rId12" Type="http://schemas.openxmlformats.org/officeDocument/2006/relationships/slide" Target="slides/slide4.xml"/>
<Relationship Id="rId13" Type="http://schemas.openxmlformats.org/officeDocument/2006/relationships/slide" Target="slides/slide5.xml"/>
<Relationship Id="rId14" Type="http://schemas.openxmlformats.org/officeDocument/2006/relationships/slide" Target="slides/slide6.xml"/>
<Relationship Id="rId15" Type="http://schemas.openxmlformats.org/officeDocument/2006/relationships/slide" Target="slides/slide7.xml"/>
<Relationship Id="rId16" Type="http://schemas.openxmlformats.org/officeDocument/2006/relationships/slide" Target="slides/slide8.xml"/>
<Relationship Id="rId17" Type="http://schemas.openxmlformats.org/officeDocument/2006/relationships/slide" Target="slides/slide9.xml"/>
<Relationship Id="rId18" Type="http://schemas.openxmlformats.org/officeDocument/2006/relationships/slide" Target="slides/slide10.xml"/>
<Relationship Id="rId19" Type="http://schemas.openxmlformats.org/officeDocument/2006/relationships/slide" Target="slides/slide11.xml"/>
<Relationship Id="rId20" Type="http://schemas.openxmlformats.org/officeDocument/2006/relationships/slide" Target="slides/slide12.xml"/>
<Relationship Id="rId21" Type="http://schemas.openxmlformats.org/officeDocument/2006/relationships/slide" Target="slides/slide13.xml"/>
<Relationship Id="rId22" Type="http://schemas.openxmlformats.org/officeDocument/2006/relationships/slide" Target="slides/slide14.xml"/>
<Relationship Id="rId23" Type="http://schemas.openxmlformats.org/officeDocument/2006/relationships/slide" Target="slides/slide15.xml"/>
<Relationship Id="rId24" Type="http://schemas.openxmlformats.org/officeDocument/2006/relationships/slide" Target="slides/slide16.xml"/>
<Relationship Id="rId25" Type="http://schemas.openxmlformats.org/officeDocument/2006/relationships/slide" Target="slides/slide17.xml"/>
<Relationship Id="rId26" Type="http://schemas.openxmlformats.org/officeDocument/2006/relationships/slide" Target="slides/slide18.xml"/>
</Relationships>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CF271-AF61-CCEC-DE75-52B24479E9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240FD-3952-77E0-C610-92A344B0B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70EEE-C2C1-43E9-B6A6-18EEE2574FA0}" type="datetimeFigureOut">
              <a:rPr lang="en-ID" smtClean="0"/>
              <a:t>10/01/2024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B11A-FB20-8265-A861-374E9B012C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189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480" y="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5ECC-4053-4C97-AA24-912CA7F8689C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37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697" y="4473942"/>
            <a:ext cx="5506423" cy="3660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71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480" y="882971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5F14-84EF-4F59-AE16-1D79C45B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2DEF7-8648-46E6-874D-2070C8D5AD4A}"/>
              </a:ext>
            </a:extLst>
          </p:cNvPr>
          <p:cNvGrpSpPr/>
          <p:nvPr/>
        </p:nvGrpSpPr>
        <p:grpSpPr>
          <a:xfrm>
            <a:off x="4115745" y="304800"/>
            <a:ext cx="3928896" cy="1259592"/>
            <a:chOff x="3611729" y="530283"/>
            <a:chExt cx="1823355" cy="655559"/>
          </a:xfrm>
        </p:grpSpPr>
        <p:pic>
          <p:nvPicPr>
            <p:cNvPr id="8" name="Picture 7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6B0B0173-3DD0-4068-8F20-63AB63739B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717381" y="530283"/>
              <a:ext cx="1555996" cy="388999"/>
            </a:xfrm>
            <a:prstGeom prst="rect">
              <a:avLst/>
            </a:prstGeom>
          </p:spPr>
        </p:pic>
        <p:pic>
          <p:nvPicPr>
            <p:cNvPr id="9" name="Picture 8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8EE9E47-0F8E-44DE-8E5B-7124999A4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758044" y="921339"/>
              <a:ext cx="1474669" cy="7656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C6EF1F-2434-4F6F-99B0-ADE598D0D398}"/>
                </a:ext>
              </a:extLst>
            </p:cNvPr>
            <p:cNvSpPr/>
            <p:nvPr/>
          </p:nvSpPr>
          <p:spPr>
            <a:xfrm>
              <a:off x="3611729" y="1009640"/>
              <a:ext cx="1823355" cy="176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1600" i="1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314ED0AD-3B43-6D13-1A4B-60CE611B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E7326E1-6507-01D9-5820-EE793E48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F82A-F74D-4A60-B1B5-134C27F767D8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22F9F3E-7565-53B7-D13F-34B6AF4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4CCE7-EC7F-F169-A8B4-AC41F19688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</p:spTree>
    <p:extLst>
      <p:ext uri="{BB962C8B-B14F-4D97-AF65-F5344CB8AC3E}">
        <p14:creationId xmlns:p14="http://schemas.microsoft.com/office/powerpoint/2010/main" val="394458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59480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4663" y="2046702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Chart Placeholder 27">
            <a:extLst>
              <a:ext uri="{FF2B5EF4-FFF2-40B4-BE49-F238E27FC236}">
                <a16:creationId xmlns:a16="http://schemas.microsoft.com/office/drawing/2014/main" id="{6D1D8431-E499-4EBC-A4E8-CEAACAF068A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493959" y="2046261"/>
            <a:ext cx="4879786" cy="3221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2096F-EB93-A504-6E71-5AD7E6C113EB}"/>
              </a:ext>
            </a:extLst>
          </p:cNvPr>
          <p:cNvSpPr/>
          <p:nvPr userDrawn="1"/>
        </p:nvSpPr>
        <p:spPr>
          <a:xfrm>
            <a:off x="641596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58D0E34-F511-341F-5749-4B4544F86D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D90D60B-260A-58ED-0A16-FC96E86540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C7E290A3-5E50-50DB-DA99-3663764F90A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754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3160450" y="1670321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60309" y="2446198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2B0EFDB0-62D2-7897-8892-E4AAB0068C44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231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989ADF-5DAE-4DE2-BF2F-974B5F1F7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645EB-3180-480E-8379-EAE29A4A15D8}"/>
              </a:ext>
            </a:extLst>
          </p:cNvPr>
          <p:cNvCxnSpPr>
            <a:cxnSpLocks/>
          </p:cNvCxnSpPr>
          <p:nvPr userDrawn="1"/>
        </p:nvCxnSpPr>
        <p:spPr>
          <a:xfrm>
            <a:off x="2429523" y="249893"/>
            <a:ext cx="0" cy="255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0B8405-00E0-48B1-96BA-431B984D2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to edit Master title style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B9287-CD22-5C09-6AA9-05E243C7C68F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16A5-5C22-28D1-17CE-9C9CCADCF2A7}"/>
              </a:ext>
            </a:extLst>
          </p:cNvPr>
          <p:cNvSpPr/>
          <p:nvPr userDrawn="1"/>
        </p:nvSpPr>
        <p:spPr>
          <a:xfrm>
            <a:off x="448755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FCCD59B-7CCE-F937-BDD3-9D0F67B5A9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93A3B18-FFD0-3FB1-DBAC-9A1C3998BC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5" name="Chart Placeholder 17">
            <a:extLst>
              <a:ext uri="{FF2B5EF4-FFF2-40B4-BE49-F238E27FC236}">
                <a16:creationId xmlns:a16="http://schemas.microsoft.com/office/drawing/2014/main" id="{492AD86A-81A4-E37F-3CDE-4B3780C67FED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644258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9CBB8-F02C-7408-031B-3329D5C84BEF}"/>
              </a:ext>
            </a:extLst>
          </p:cNvPr>
          <p:cNvSpPr/>
          <p:nvPr userDrawn="1"/>
        </p:nvSpPr>
        <p:spPr>
          <a:xfrm>
            <a:off x="6290521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C48CC3C2-2989-DDE1-E434-32920891B8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ABB80C3-5F74-5D32-1B26-4BCB9DADB8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4" name="Chart Placeholder 17">
            <a:extLst>
              <a:ext uri="{FF2B5EF4-FFF2-40B4-BE49-F238E27FC236}">
                <a16:creationId xmlns:a16="http://schemas.microsoft.com/office/drawing/2014/main" id="{119FF1AD-0F45-A234-28A9-46D387940E55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86024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85D28A-41E5-A940-B5AB-2DE9FB767CE3}"/>
              </a:ext>
            </a:extLst>
          </p:cNvPr>
          <p:cNvSpPr/>
          <p:nvPr userDrawn="1"/>
        </p:nvSpPr>
        <p:spPr>
          <a:xfrm>
            <a:off x="3406499" y="3701603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33E063B-26F1-4AB3-7621-531E0B9FCD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C425FF2F-2307-040A-E7AC-8D5E672B04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8" name="Chart Placeholder 17">
            <a:extLst>
              <a:ext uri="{FF2B5EF4-FFF2-40B4-BE49-F238E27FC236}">
                <a16:creationId xmlns:a16="http://schemas.microsoft.com/office/drawing/2014/main" id="{DDC6AA25-8FCA-BCEF-CC1F-0A13560A0568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3602002" y="4379853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9" name="Footer Placeholder 32">
            <a:extLst>
              <a:ext uri="{FF2B5EF4-FFF2-40B4-BE49-F238E27FC236}">
                <a16:creationId xmlns:a16="http://schemas.microsoft.com/office/drawing/2014/main" id="{4CEB89B2-F75A-BDE1-2635-E4CCC76E6EC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05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7D1648-FA81-4237-B407-DA8B91876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BFACB1-9509-47EF-A1F4-35B89247EB9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79D71-254B-43F0-9EEC-7759D1187C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8730E1B9-8375-4E88-AD15-E7688F2E5210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5325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A34E6-9426-4629-86D5-A1AFF638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0C24745-5451-4720-A07F-45C9D0B6E3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574386E0-C4E6-415A-8BD6-1289C3DAC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0277F-90C9-F325-1E90-0769742DB294}"/>
              </a:ext>
            </a:extLst>
          </p:cNvPr>
          <p:cNvSpPr/>
          <p:nvPr userDrawn="1"/>
        </p:nvSpPr>
        <p:spPr>
          <a:xfrm>
            <a:off x="599468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2795E81C-5D11-1233-43A3-0C568450DE8A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695325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41A27B2-C711-3E55-574F-95CDEB7E81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707E330-B5A0-1FCB-BD47-0690CDDCABD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A581D-3885-D451-5203-EB99448E1F0F}"/>
              </a:ext>
            </a:extLst>
          </p:cNvPr>
          <p:cNvSpPr/>
          <p:nvPr userDrawn="1"/>
        </p:nvSpPr>
        <p:spPr>
          <a:xfrm>
            <a:off x="599468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hart Placeholder 17">
            <a:extLst>
              <a:ext uri="{FF2B5EF4-FFF2-40B4-BE49-F238E27FC236}">
                <a16:creationId xmlns:a16="http://schemas.microsoft.com/office/drawing/2014/main" id="{9B4C0AA5-3CEF-0D1B-7113-D686BAE33791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551386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C364C4E-1DA0-C650-4626-A938485E17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7733AE3-3EAA-6D38-3A68-65559D100ED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A177F-D9FF-60AC-29F8-F70564BBF994}"/>
              </a:ext>
            </a:extLst>
          </p:cNvPr>
          <p:cNvSpPr/>
          <p:nvPr userDrawn="1"/>
        </p:nvSpPr>
        <p:spPr>
          <a:xfrm>
            <a:off x="6455529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Chart Placeholder 17">
            <a:extLst>
              <a:ext uri="{FF2B5EF4-FFF2-40B4-BE49-F238E27FC236}">
                <a16:creationId xmlns:a16="http://schemas.microsoft.com/office/drawing/2014/main" id="{472E3B84-F415-25E8-807B-2CA952606F56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6551386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DF7401A-5C0D-F65C-55ED-12DE107F2F2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E9C3E4B-81CA-4657-65AC-DB60B8F24B5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3142E5-6560-3F7B-94A2-FCEB6C397317}"/>
              </a:ext>
            </a:extLst>
          </p:cNvPr>
          <p:cNvSpPr/>
          <p:nvPr userDrawn="1"/>
        </p:nvSpPr>
        <p:spPr>
          <a:xfrm>
            <a:off x="6455529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D0DEBA-3B3F-19CD-BA07-038084980EC2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ooter Placeholder 32">
            <a:extLst>
              <a:ext uri="{FF2B5EF4-FFF2-40B4-BE49-F238E27FC236}">
                <a16:creationId xmlns:a16="http://schemas.microsoft.com/office/drawing/2014/main" id="{E83037D8-AEA3-ABD5-4F7A-CC5D4F2E441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440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_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235999" y="1549838"/>
            <a:ext cx="9556690" cy="165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235999" y="4275632"/>
            <a:ext cx="9556690" cy="16606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5481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13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317655" y="1213933"/>
            <a:ext cx="9556690" cy="1314592"/>
          </a:xfrm>
          <a:prstGeom prst="rect">
            <a:avLst/>
          </a:prstGeom>
        </p:spPr>
        <p:txBody>
          <a:bodyPr numCol="10" spcCol="180000"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317655" y="3106222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559230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" name="Table Placeholder 12">
            <a:extLst>
              <a:ext uri="{FF2B5EF4-FFF2-40B4-BE49-F238E27FC236}">
                <a16:creationId xmlns:a16="http://schemas.microsoft.com/office/drawing/2014/main" id="{4909F015-2B79-EBC8-F287-BBA693B84699}"/>
              </a:ext>
            </a:extLst>
          </p:cNvPr>
          <p:cNvSpPr>
            <a:spLocks noGrp="1"/>
          </p:cNvSpPr>
          <p:nvPr>
            <p:ph type="tbl" sz="quarter" idx="51"/>
          </p:nvPr>
        </p:nvSpPr>
        <p:spPr>
          <a:xfrm>
            <a:off x="1317655" y="4997920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402D6EA-285E-B732-A4DE-E09951A9986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</p:spTree>
    <p:extLst>
      <p:ext uri="{BB962C8B-B14F-4D97-AF65-F5344CB8AC3E}">
        <p14:creationId xmlns:p14="http://schemas.microsoft.com/office/powerpoint/2010/main" val="271483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5F0A-9D54-AE1D-C584-29A5A885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542751-D764-2730-8990-7B1ACB9371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42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10146"/>
            <a:ext cx="11570544" cy="5229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3F82A-F74D-4A60-B1B5-134C27F767D8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4463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4882" y="6445245"/>
            <a:ext cx="18747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FCB7-EEBB-41C6-9F95-5DD9FC9BE286}"/>
              </a:ext>
            </a:extLst>
          </p:cNvPr>
          <p:cNvCxnSpPr>
            <a:cxnSpLocks/>
          </p:cNvCxnSpPr>
          <p:nvPr/>
        </p:nvCxnSpPr>
        <p:spPr>
          <a:xfrm>
            <a:off x="-19312" y="710846"/>
            <a:ext cx="12192000" cy="0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B2852-C473-4D24-9E55-8CEE0D9E0BD2}"/>
              </a:ext>
            </a:extLst>
          </p:cNvPr>
          <p:cNvCxnSpPr>
            <a:cxnSpLocks/>
          </p:cNvCxnSpPr>
          <p:nvPr/>
        </p:nvCxnSpPr>
        <p:spPr>
          <a:xfrm flipH="1">
            <a:off x="9882913" y="5"/>
            <a:ext cx="9235" cy="703115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03BBB4-E680-4BEA-B6D6-5C747063AD3C}"/>
              </a:ext>
            </a:extLst>
          </p:cNvPr>
          <p:cNvGrpSpPr/>
          <p:nvPr/>
        </p:nvGrpSpPr>
        <p:grpSpPr>
          <a:xfrm>
            <a:off x="10164882" y="74613"/>
            <a:ext cx="1726697" cy="623204"/>
            <a:chOff x="3488418" y="610288"/>
            <a:chExt cx="2133600" cy="1030168"/>
          </a:xfrm>
        </p:grpSpPr>
        <p:pic>
          <p:nvPicPr>
            <p:cNvPr id="11" name="Picture 10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D94B3933-ECDC-43D4-9C0B-3AF18EA9C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488418" y="610288"/>
              <a:ext cx="2133600" cy="620034"/>
            </a:xfrm>
            <a:prstGeom prst="rect">
              <a:avLst/>
            </a:prstGeom>
          </p:spPr>
        </p:pic>
        <p:pic>
          <p:nvPicPr>
            <p:cNvPr id="12" name="Picture 11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F3980BD-D41C-4A48-A371-FB4385D4B7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666304" y="1223445"/>
              <a:ext cx="1773291" cy="1452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AE399A-2D76-4436-BFCC-CD16D1A1B994}"/>
                </a:ext>
              </a:extLst>
            </p:cNvPr>
            <p:cNvSpPr/>
            <p:nvPr/>
          </p:nvSpPr>
          <p:spPr>
            <a:xfrm>
              <a:off x="3503939" y="1297043"/>
              <a:ext cx="2098018" cy="3434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75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75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377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93" r:id="rId3"/>
    <p:sldLayoutId id="2147483691" r:id="rId4"/>
    <p:sldLayoutId id="2147483692" r:id="rId5"/>
    <p:sldLayoutId id="2147483694" r:id="rId6"/>
    <p:sldLayoutId id="2147483696" r:id="rId7"/>
    <p:sldLayoutId id="2147483695" r:id="rId8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venir LT Std 45 Book" panose="020B0502020203020204" pitchFamily="34" charset="0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c47fca495eda7adac46f669bc15122933f3c7b6a.png"/>
<Relationship Id="rId3" Type="http://schemas.openxmlformats.org/officeDocument/2006/relationships/image" Target="../media/866807508f008f1d42ded8d0d364d8ce1f5b561c.png"/>
<Relationship Id="rId4" Type="http://schemas.openxmlformats.org/officeDocument/2006/relationships/image" Target="../media/abfbb1ff5b8062b17b68bd59d01bb071cfc1833e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6597434af1fff1e5574a332a59c1fdc75663a1a5.png"/>
<Relationship Id="rId3" Type="http://schemas.openxmlformats.org/officeDocument/2006/relationships/image" Target="../media/61a30e81ab173e617ef9250bb55150821c3e12fa.png"/>
<Relationship Id="rId4" Type="http://schemas.openxmlformats.org/officeDocument/2006/relationships/image" Target="../media/4e54a787616574f852716ee0ca3069b2d62d5010.png"/>
<Relationship Id="rId5" Type="http://schemas.openxmlformats.org/officeDocument/2006/relationships/image" Target="../media/891df0cc56b7dc6f45fc124278444419a6b2c577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f5f49d693cdabaab8e8d736354bcc9648176778c.png"/>
<Relationship Id="rId3" Type="http://schemas.openxmlformats.org/officeDocument/2006/relationships/image" Target="../media/f13b0f1ff2c2bf302fd88be756cec43f24b0b9d1.png"/>
<Relationship Id="rId4" Type="http://schemas.openxmlformats.org/officeDocument/2006/relationships/image" Target="../media/69f1172d25a564dd4ff95a7bd7c4f5feea2dab09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041f725014c779b7c710193aed67f8463f4217c0.png"/>
<Relationship Id="rId3" Type="http://schemas.openxmlformats.org/officeDocument/2006/relationships/image" Target="../media/5091796a3b8d0b49a021973d9c7245cb52d6e66c.png"/>
<Relationship Id="rId4" Type="http://schemas.openxmlformats.org/officeDocument/2006/relationships/image" Target="../media/4b31c304f1d9a496c8048ef4cd878667c906a220.png"/>
<Relationship Id="rId5" Type="http://schemas.openxmlformats.org/officeDocument/2006/relationships/image" Target="../media/474b4f8600040118790e414ce7a6529c3a17c40c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070938864004740f0a303ebbf1c0e43efecb05c9.png"/>
<Relationship Id="rId3" Type="http://schemas.openxmlformats.org/officeDocument/2006/relationships/image" Target="../media/d465ada99b7e643e9c367d19446d71085488cb7b.png"/>
<Relationship Id="rId4" Type="http://schemas.openxmlformats.org/officeDocument/2006/relationships/image" Target="../media/ac2d2f2e0c014d5964806f17cf1ecd36e7662b05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8cf02f2c080408c38cbe3c31d097fce0620af1ee.png"/>
<Relationship Id="rId3" Type="http://schemas.openxmlformats.org/officeDocument/2006/relationships/image" Target="../media/3280f6de64402d202b885f70704ba238d272148a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ca7f6ad736bff806a9513e7d3a66f479d693740b.png"/>
<Relationship Id="rId3" Type="http://schemas.openxmlformats.org/officeDocument/2006/relationships/image" Target="../media/a00a510997371e2beadae893329d5db7566129d8.png"/>
<Relationship Id="rId4" Type="http://schemas.openxmlformats.org/officeDocument/2006/relationships/image" Target="../media/560de010fc9555281ac35b66c961f15e2585f90d.png"/>
<Relationship Id="rId5" Type="http://schemas.openxmlformats.org/officeDocument/2006/relationships/image" Target="../media/34795b1014c301cf6e3a9a76da2027661eefdc69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c9e7e1a6740fb7d5534889c6a92f9cb21180a6b5.png"/>
<Relationship Id="rId3" Type="http://schemas.openxmlformats.org/officeDocument/2006/relationships/image" Target="../media/95b1e3a32658e746e9fd614f61c0445589b4fffc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5164a29eff0a2f6bbe6ee9ea58c16e5323862268.png"/>
<Relationship Id="rId3" Type="http://schemas.openxmlformats.org/officeDocument/2006/relationships/image" Target="../media/e29060efe675b8da4254e0e6d1253b7819212283.png"/>
<Relationship Id="rId4" Type="http://schemas.openxmlformats.org/officeDocument/2006/relationships/image" Target="../media/79fbf2e3cd89b0b16af42d22f93d7e32c31d9879.png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2cc42261ebfaf8e1666fafb9e0abdc89cd51e076.png"/>
<Relationship Id="rId3" Type="http://schemas.openxmlformats.org/officeDocument/2006/relationships/image" Target="../media/2205aa9e36649666cb581990897628ef3f27876c.png"/>
<Relationship Id="rId4" Type="http://schemas.openxmlformats.org/officeDocument/2006/relationships/image" Target="../media/7059df1da8153904fecb8cf1f5c1e59c5382f224.png"/>
<Relationship Id="rId5" Type="http://schemas.openxmlformats.org/officeDocument/2006/relationships/image" Target="../media/794bdbba3089c7d386c371f6af6278eb55b56097.png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9c37d4cd27d56746cf72ebdbc6c1f13f50a30d5a.png"/>
<Relationship Id="rId3" Type="http://schemas.openxmlformats.org/officeDocument/2006/relationships/image" Target="../media/40573bc9210e56d90d194e08cb0abaf7ffc2ce03.png"/>
<Relationship Id="rId4" Type="http://schemas.openxmlformats.org/officeDocument/2006/relationships/image" Target="../media/24438bcca09baa6d9ac99a656df2c0a2a1d3764d.png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aa03de5f5e71646e25576bc8ac48075d4a24d86e.png"/>
<Relationship Id="rId3" Type="http://schemas.openxmlformats.org/officeDocument/2006/relationships/image" Target="../media/1ca0445116c017b844ec86cc2182b9ab79f41341.png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62c87c740fc22b4589fbc05a7571245dfffde51f.png"/>
<Relationship Id="rId3" Type="http://schemas.openxmlformats.org/officeDocument/2006/relationships/image" Target="../media/75e63fc5b3eeff2727ee34aa7fc08b3471df1145.png"/>
<Relationship Id="rId4" Type="http://schemas.openxmlformats.org/officeDocument/2006/relationships/image" Target="../media/faae66d4b0a8cc15360f7fd2d7a0d4b4eef08827.png"/>
<Relationship Id="rId5" Type="http://schemas.openxmlformats.org/officeDocument/2006/relationships/image" Target="../media/527c1240256a69ba372fbfebb41c10da43d9b02d.png"/>
</Relationships>

</file>

<file path=ppt/slides/_rels/slide1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28352da998d39ad542f9d31595ebc9060d908408.png"/>
<Relationship Id="rId3" Type="http://schemas.openxmlformats.org/officeDocument/2006/relationships/image" Target="../media/274e79266252173012dcdaebe140d12e5ead1232.png"/>
</Relationships>

</file>

<file path=ppt/slides/_rels/slide1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b19e930ef9da1533534bcdc3a4aaf350b49bbd91.png"/>
<Relationship Id="rId3" Type="http://schemas.openxmlformats.org/officeDocument/2006/relationships/image" Target="../media/116ae5b27bf1644346360043e9e614c737b7976b.png"/>
<Relationship Id="rId4" Type="http://schemas.openxmlformats.org/officeDocument/2006/relationships/image" Target="../media/8f366b62fab2d173cf054d641db4b8adf44505c1.png"/>
</Relationships>

</file>

<file path=ppt/slides/_rels/slide1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ae3b974b7d3e196cd5c523ad72e1ab5e52b0a8d8.png"/>
<Relationship Id="rId3" Type="http://schemas.openxmlformats.org/officeDocument/2006/relationships/image" Target="../media/b906b4a1af1d414ad6d1b9bed1fbe211a76e0397.png"/>
<Relationship Id="rId4" Type="http://schemas.openxmlformats.org/officeDocument/2006/relationships/image" Target="../media/704c79eda280261d494602c4c09d9ea689f40e9e.png"/>
<Relationship Id="rId5" Type="http://schemas.openxmlformats.org/officeDocument/2006/relationships/image" Target="../media/80bab53098c4284f239f92ada7136472e302c9cd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/>
          <a:p>
            <a:r>
              <a:rPr/>
              <a:t>2023-24 Data Overview</a:t>
            </a:r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</p:spPr>
        <p:txBody>
          <a:bodyPr/>
          <a:lstStyle/>
          <a:p>
            <a:r>
              <a:rPr/>
              <a:t>(Q3 - CY)  NEW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/>
          <a:p>
            <a:r>
              <a:rPr/>
              <a:t>Domestic Sales Performance</a:t>
            </a:r>
          </a:p>
        </p:txBody>
      </p:sp>
      <p:graphicFrame>
        <p:nvGraphicFramePr>
          <p:cNvPr id="3" name="Table Placeholder 12"/>
          <p:cNvGraphicFramePr>
            <a:graphicFrameLocks noGrp="true"/>
          </p:cNvGraphicFramePr>
          <p:nvPr/>
        </p:nvGraphicFramePr>
        <p:xfrm rot="0">
          <a:off x="1317655" y="1213933"/>
          <a:ext cx="9556690" cy="1314592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898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761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1,012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5.1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-0.1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4,958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4,218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4,782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3,630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3,860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4,731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-0.9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</p:spPr>
        <p:txBody>
          <a:bodyPr/>
          <a:lstStyle/>
          <a:p>
            <a:r>
              <a:rPr/>
              <a:t>Q3 (Oct-Dec)</a:t>
            </a:r>
          </a:p>
        </p:txBody>
      </p:sp>
      <p:graphicFrame>
        <p:nvGraphicFramePr>
          <p:cNvPr id="5" name="Table Placeholder 12"/>
          <p:cNvGraphicFramePr>
            <a:graphicFrameLocks noGrp="true"/>
          </p:cNvGraphicFramePr>
          <p:nvPr/>
        </p:nvGraphicFramePr>
        <p:xfrm rot="0">
          <a:off x="1317655" y="3106222"/>
          <a:ext cx="9556690" cy="1314000"/>
        </p:xfrm>
        <a:graphic>
          <a:graphicData uri="http://schemas.openxmlformats.org/drawingml/2006/table">
            <a:tbl>
              <a:tblPr/>
              <a:tblGrid>
                <a:gridCol w="1828800"/>
                <a:gridCol w="1288694"/>
                <a:gridCol w="1288694"/>
                <a:gridCol w="1288694"/>
                <a:gridCol w="1288694"/>
                <a:gridCol w="1288694"/>
                <a:gridCol w="1288694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2,962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2,433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3,082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3,792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4,101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8.5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855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979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-0.3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18,567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14,270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14,534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15,648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17,075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-2.1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Placeholder 12"/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</p:spPr>
        <p:txBody>
          <a:bodyPr/>
          <a:lstStyle/>
          <a:p>
            <a:r>
              <a:rPr/>
              <a:t>CY (Jan-Dec)</a:t>
            </a:r>
          </a:p>
        </p:txBody>
      </p:sp>
      <p:graphicFrame>
        <p:nvGraphicFramePr>
          <p:cNvPr id="7" name="Table Placeholder 12"/>
          <p:cNvGraphicFramePr>
            <a:graphicFrameLocks noGrp="true"/>
          </p:cNvGraphicFramePr>
          <p:nvPr/>
        </p:nvGraphicFramePr>
        <p:xfrm rot="0">
          <a:off x="1317655" y="4997920"/>
          <a:ext cx="9556690" cy="1314000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2,533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2,118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1,778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2,145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2,872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3,083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4.0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16,527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13,914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10,767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10,180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12,258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13,471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-4.0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 Placeholder 12"/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</p:spPr>
        <p:txBody>
          <a:bodyPr/>
          <a:lstStyle/>
          <a:p>
            <a:r>
              <a:rPr/>
              <a:t>Cumulative - Dec '23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December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 - December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 - December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 - December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Q3(Oct-Dec)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Q3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Q3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Q3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- Q3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Cumulative - Dec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CY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 -Wheeler - CY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CY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 Vehicle - CY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Q3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Q3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Q3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Q3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Q3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Q3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Q3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Q3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Q3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Q3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Q3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Three-Wheeler - Passenger - Q3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Three-Wheeler - Goods - Q3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Two-Wheeler - Scooters - Q3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 - Motorcycles - Q3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Two-Wheeler - Mopeds - Q3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Q3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(Q3)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(Q3)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(Q3)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(Q3)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CY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CY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CY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CY(Jan-Dec)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CY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CY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CY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CY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CY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CY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CY(Jan-Dec)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Three-Wheeler - Passenger - CY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Three-Wheeler - Goods - CY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Two-Wheeler - Scooters - CY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 - Motorcycles - CY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Two-Wheeler - Mopeds - CY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CY(Jan-Dec)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(CY)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(CY)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(CY)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(CY)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18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IF MONTHLY REPOR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Avenir LT Std 3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SIAM" id="{BBFAB29D-AAA8-4AC3-9170-D6E0ADFA1E4B}" vid="{290168EC-8404-4ACF-A867-03CC3372D3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34087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LT Std 35 Light</vt:lpstr>
      <vt:lpstr>Avenir LT Std 45 Book</vt:lpstr>
      <vt:lpstr>Calibri</vt:lpstr>
      <vt:lpstr>NIIF MONTHLY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Atanu Ganguli</dc:creator>
  <cp:lastModifiedBy/>
  <cp:revision>59</cp:revision>
  <cp:lastPrinted>2022-04-13T06:10:10Z</cp:lastPrinted>
  <dcterms:created xsi:type="dcterms:W3CDTF">2018-10-06T06:23:07Z</dcterms:created>
  <dcterms:modified xsi:type="dcterms:W3CDTF">2024-01-10T15:27:34Z</dcterms:modified>
</cp:coreProperties>
</file>