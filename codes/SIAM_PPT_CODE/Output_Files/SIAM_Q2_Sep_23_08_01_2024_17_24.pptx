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"/>
  </p:notesMasterIdLst>
  <p:handoutMasterIdLst>
    <p:handoutMasterId r:id="rId3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</p:sldIdLst>
  <p:sldSz cx="12192000" cy="6858000"/>
  <p:notesSz cx="6881813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7552" userDrawn="1">
          <p15:clr>
            <a:srgbClr val="A4A3A4"/>
          </p15:clr>
        </p15:guide>
        <p15:guide id="3" orient="horz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CHREKAR SHANKAR" initials="AS" lastIdx="3" clrIdx="0">
    <p:extLst>
      <p:ext uri="{19B8F6BF-5375-455C-9EA6-DF929625EA0E}">
        <p15:presenceInfo xmlns:p15="http://schemas.microsoft.com/office/powerpoint/2012/main" userId="S-1-5-21-2016222445-503979530-1859928627-44851" providerId="AD"/>
      </p:ext>
    </p:extLst>
  </p:cmAuthor>
  <p:cmAuthor id="2" name="ACHREKAR SHANKAR" initials="AS [2]" lastIdx="0" clrIdx="1">
    <p:extLst>
      <p:ext uri="{19B8F6BF-5375-455C-9EA6-DF929625EA0E}">
        <p15:presenceInfo xmlns:p15="http://schemas.microsoft.com/office/powerpoint/2012/main" userId="S::207181@mahindra.com::cf878e1a-6ad7-46c5-b6a0-70486b932942" providerId="AD"/>
      </p:ext>
    </p:extLst>
  </p:cmAuthor>
  <p:cmAuthor id="3" name="Jasleen Kaur" initials="JK" lastIdx="1" clrIdx="2">
    <p:extLst>
      <p:ext uri="{19B8F6BF-5375-455C-9EA6-DF929625EA0E}">
        <p15:presenceInfo xmlns:p15="http://schemas.microsoft.com/office/powerpoint/2012/main" userId="S::jasleen@siam.in::2b62ef12-f35d-481e-94d1-4742d6e44ed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ECB6"/>
    <a:srgbClr val="FF5050"/>
    <a:srgbClr val="294983"/>
    <a:srgbClr val="FFC1B3"/>
    <a:srgbClr val="33CC33"/>
    <a:srgbClr val="B2DE82"/>
    <a:srgbClr val="FF7979"/>
    <a:srgbClr val="FF00FF"/>
    <a:srgbClr val="FF74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80" autoAdjust="0"/>
    <p:restoredTop sz="94977" autoAdjust="0"/>
  </p:normalViewPr>
  <p:slideViewPr>
    <p:cSldViewPr snapToGrid="0">
      <p:cViewPr varScale="1">
        <p:scale>
          <a:sx n="83" d="100"/>
          <a:sy n="83" d="100"/>
        </p:scale>
        <p:origin x="106" y="130"/>
      </p:cViewPr>
      <p:guideLst>
        <p:guide pos="7552"/>
        <p:guide orient="horz" pos="2880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52" d="100"/>
          <a:sy n="52" d="100"/>
        </p:scale>
        <p:origin x="2940" y="66"/>
      </p:cViewPr>
      <p:guideLst/>
    </p:cSldViewPr>
  </p:notesViewPr>
  <p:gridSpacing cx="76200" cy="76200"/>
</p:viewPr>
</file>

<file path=ppt/_rels/presentation.xml.rels><?xml version="1.0" encoding="UTF-8" standalone="yes"?>

<Relationships  xmlns="http://schemas.openxmlformats.org/package/2006/relationships">
<Relationship Id="rId8" Type="http://schemas.openxmlformats.org/officeDocument/2006/relationships/tableStyles" Target="tableStyles.xml"/>
<Relationship Id="rId3" Type="http://schemas.openxmlformats.org/officeDocument/2006/relationships/handoutMaster" Target="handoutMasters/handoutMaster1.xml"/>
<Relationship Id="rId7" Type="http://schemas.openxmlformats.org/officeDocument/2006/relationships/theme" Target="theme/theme1.xml"/>
<Relationship Id="rId2" Type="http://schemas.openxmlformats.org/officeDocument/2006/relationships/notesMaster" Target="notesMasters/notesMaster1.xml"/>
<Relationship Id="rId1" Type="http://schemas.openxmlformats.org/officeDocument/2006/relationships/slideMaster" Target="slideMasters/slideMaster1.xml"/>
<Relationship Id="rId6" Type="http://schemas.openxmlformats.org/officeDocument/2006/relationships/viewProps" Target="viewProps.xml"/>
<Relationship Id="rId5" Type="http://schemas.openxmlformats.org/officeDocument/2006/relationships/presProps" Target="presProps.xml"/>
<Relationship Id="rId4" Type="http://schemas.openxmlformats.org/officeDocument/2006/relationships/commentAuthors" Target="commentAuthors.xml"/>
<Relationship Id="rId9" Type="http://schemas.openxmlformats.org/officeDocument/2006/relationships/slide" Target="slides/slide1.xml"/>
<Relationship Id="rId10" Type="http://schemas.openxmlformats.org/officeDocument/2006/relationships/slide" Target="slides/slide2.xml"/>
<Relationship Id="rId11" Type="http://schemas.openxmlformats.org/officeDocument/2006/relationships/slide" Target="slides/slide3.xml"/>
<Relationship Id="rId12" Type="http://schemas.openxmlformats.org/officeDocument/2006/relationships/slide" Target="slides/slide4.xml"/>
<Relationship Id="rId13" Type="http://schemas.openxmlformats.org/officeDocument/2006/relationships/slide" Target="slides/slide5.xml"/>
<Relationship Id="rId14" Type="http://schemas.openxmlformats.org/officeDocument/2006/relationships/slide" Target="slides/slide6.xml"/>
<Relationship Id="rId15" Type="http://schemas.openxmlformats.org/officeDocument/2006/relationships/slide" Target="slides/slide7.xml"/>
<Relationship Id="rId16" Type="http://schemas.openxmlformats.org/officeDocument/2006/relationships/slide" Target="slides/slide8.xml"/>
<Relationship Id="rId17" Type="http://schemas.openxmlformats.org/officeDocument/2006/relationships/slide" Target="slides/slide9.xml"/>
<Relationship Id="rId18" Type="http://schemas.openxmlformats.org/officeDocument/2006/relationships/slide" Target="slides/slide10.xml"/>
<Relationship Id="rId19" Type="http://schemas.openxmlformats.org/officeDocument/2006/relationships/slide" Target="slides/slide11.xml"/>
<Relationship Id="rId20" Type="http://schemas.openxmlformats.org/officeDocument/2006/relationships/slide" Target="slides/slide12.xml"/>
<Relationship Id="rId21" Type="http://schemas.openxmlformats.org/officeDocument/2006/relationships/slide" Target="slides/slide13.xml"/>
<Relationship Id="rId22" Type="http://schemas.openxmlformats.org/officeDocument/2006/relationships/slide" Target="slides/slide14.xml"/>
<Relationship Id="rId23" Type="http://schemas.openxmlformats.org/officeDocument/2006/relationships/slide" Target="slides/slide15.xml"/>
<Relationship Id="rId24" Type="http://schemas.openxmlformats.org/officeDocument/2006/relationships/slide" Target="slides/slide16.xml"/>
<Relationship Id="rId25" Type="http://schemas.openxmlformats.org/officeDocument/2006/relationships/slide" Target="slides/slide17.xml"/>
<Relationship Id="rId26" Type="http://schemas.openxmlformats.org/officeDocument/2006/relationships/slide" Target="slides/slide18.xml"/>
</Relationships>
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7ACF271-AF61-CCEC-DE75-52B24479E9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913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C240FD-3952-77E0-C610-92A344B0B9F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97313" y="0"/>
            <a:ext cx="2982912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670EEE-C2C1-43E9-B6A6-18EEE2574FA0}" type="datetimeFigureOut">
              <a:rPr lang="en-ID" smtClean="0"/>
              <a:t>08/01/2024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90B11A-FB20-8265-A861-374E9B012CF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2982913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551898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82714" cy="4666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97480" y="2"/>
            <a:ext cx="2982713" cy="4666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525ECC-4053-4C97-AA24-912CA7F8689C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54050" y="1162050"/>
            <a:ext cx="5573713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7697" y="4473942"/>
            <a:ext cx="5506423" cy="366022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29712"/>
            <a:ext cx="2982714" cy="46668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97480" y="8829712"/>
            <a:ext cx="2982713" cy="46668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BA5F14-84EF-4F59-AE16-1D79C45BE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575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_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3522DEF7-8648-46E6-874D-2070C8D5AD4A}"/>
              </a:ext>
            </a:extLst>
          </p:cNvPr>
          <p:cNvGrpSpPr/>
          <p:nvPr/>
        </p:nvGrpSpPr>
        <p:grpSpPr>
          <a:xfrm>
            <a:off x="4115745" y="304800"/>
            <a:ext cx="3928896" cy="1259592"/>
            <a:chOff x="3611729" y="530283"/>
            <a:chExt cx="1823355" cy="655559"/>
          </a:xfrm>
        </p:grpSpPr>
        <p:pic>
          <p:nvPicPr>
            <p:cNvPr id="8" name="Picture 7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6B0B0173-3DD0-4068-8F20-63AB63739B0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655" r="13655" b="26160"/>
            <a:stretch/>
          </p:blipFill>
          <p:spPr>
            <a:xfrm>
              <a:off x="3717381" y="530283"/>
              <a:ext cx="1555996" cy="388999"/>
            </a:xfrm>
            <a:prstGeom prst="rect">
              <a:avLst/>
            </a:prstGeom>
          </p:spPr>
        </p:pic>
        <p:pic>
          <p:nvPicPr>
            <p:cNvPr id="9" name="Picture 8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18EE9E47-0F8E-44DE-8E5B-7124999A432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7105" b="1798"/>
            <a:stretch/>
          </p:blipFill>
          <p:spPr>
            <a:xfrm>
              <a:off x="3758044" y="921339"/>
              <a:ext cx="1474669" cy="76566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FC6EF1F-2434-4F6F-99B0-ADE598D0D398}"/>
                </a:ext>
              </a:extLst>
            </p:cNvPr>
            <p:cNvSpPr/>
            <p:nvPr/>
          </p:nvSpPr>
          <p:spPr>
            <a:xfrm>
              <a:off x="3611729" y="1009640"/>
              <a:ext cx="1823355" cy="17620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IN" sz="1600" b="1" i="1" dirty="0">
                  <a:solidFill>
                    <a:srgbClr val="138742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Building the Nation, Responsibly</a:t>
              </a:r>
              <a:endParaRPr lang="en-US" sz="1600" i="1" dirty="0"/>
            </a:p>
          </p:txBody>
        </p:sp>
      </p:grpSp>
      <p:sp>
        <p:nvSpPr>
          <p:cNvPr id="12" name="Title 11">
            <a:extLst>
              <a:ext uri="{FF2B5EF4-FFF2-40B4-BE49-F238E27FC236}">
                <a16:creationId xmlns:a16="http://schemas.microsoft.com/office/drawing/2014/main" id="{314ED0AD-3B43-6D13-1A4B-60CE611BE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5118" y="2630414"/>
            <a:ext cx="9310149" cy="671940"/>
          </a:xfrm>
        </p:spPr>
        <p:txBody>
          <a:bodyPr/>
          <a:lstStyle>
            <a:lvl1pPr algn="ctr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CE7326E1-6507-01D9-5820-EE793E485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3F82A-F74D-4A60-B1B5-134C27F767D8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222F9F3E-7565-53B7-D13F-34B6AF48E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C7C6-6BB8-4140-A7E1-E220926460AA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D794CCE7-EC7F-F169-A8B4-AC41F19688D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378502" y="3555647"/>
            <a:ext cx="5434996" cy="3323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</p:spTree>
    <p:extLst>
      <p:ext uri="{BB962C8B-B14F-4D97-AF65-F5344CB8AC3E}">
        <p14:creationId xmlns:p14="http://schemas.microsoft.com/office/powerpoint/2010/main" val="3944585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TH NAME 2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680201-62E8-0FB0-60BD-C3705E49A2B3}"/>
              </a:ext>
            </a:extLst>
          </p:cNvPr>
          <p:cNvSpPr/>
          <p:nvPr userDrawn="1"/>
        </p:nvSpPr>
        <p:spPr>
          <a:xfrm>
            <a:off x="594804" y="1270825"/>
            <a:ext cx="5555990" cy="41090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68C60C7-4B41-4C08-A9E9-65DA7F3C64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27C593-DBAF-4695-919C-E0C049DAB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5" name="Chart Placeholder 25">
            <a:extLst>
              <a:ext uri="{FF2B5EF4-FFF2-40B4-BE49-F238E27FC236}">
                <a16:creationId xmlns:a16="http://schemas.microsoft.com/office/drawing/2014/main" id="{2B921735-ED83-48E3-A9F3-CDFC4E5BBB76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694663" y="2046702"/>
            <a:ext cx="4859338" cy="3240000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16" name="Chart Placeholder 27">
            <a:extLst>
              <a:ext uri="{FF2B5EF4-FFF2-40B4-BE49-F238E27FC236}">
                <a16:creationId xmlns:a16="http://schemas.microsoft.com/office/drawing/2014/main" id="{6D1D8431-E499-4EBC-A4E8-CEAACAF068A9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6493959" y="2046261"/>
            <a:ext cx="4879786" cy="32218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ED6ABEB-581D-4774-B8F1-A5D27DE093A4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270825"/>
            <a:ext cx="0" cy="522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2D44A9C2-335D-4C37-A772-1E790A0015B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A5743FC4-795D-4F07-932C-7693552D4D9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616923-67C3-FB94-AEFB-72B8B50BC6F3}"/>
              </a:ext>
            </a:extLst>
          </p:cNvPr>
          <p:cNvSpPr txBox="1"/>
          <p:nvPr userDrawn="1"/>
        </p:nvSpPr>
        <p:spPr>
          <a:xfrm>
            <a:off x="9880850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32096F-EB93-A504-6E71-5AD7E6C113EB}"/>
              </a:ext>
            </a:extLst>
          </p:cNvPr>
          <p:cNvSpPr/>
          <p:nvPr userDrawn="1"/>
        </p:nvSpPr>
        <p:spPr>
          <a:xfrm>
            <a:off x="6415964" y="1270825"/>
            <a:ext cx="5555990" cy="41090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958D0E34-F511-341F-5749-4B4544F86D7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ED90D60B-260A-58ED-0A16-FC96E86540A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" name="Footer Placeholder 32">
            <a:extLst>
              <a:ext uri="{FF2B5EF4-FFF2-40B4-BE49-F238E27FC236}">
                <a16:creationId xmlns:a16="http://schemas.microsoft.com/office/drawing/2014/main" id="{C7E290A3-5E50-50DB-DA99-3663764F90A1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17546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680201-62E8-0FB0-60BD-C3705E49A2B3}"/>
              </a:ext>
            </a:extLst>
          </p:cNvPr>
          <p:cNvSpPr/>
          <p:nvPr userDrawn="1"/>
        </p:nvSpPr>
        <p:spPr>
          <a:xfrm>
            <a:off x="3160450" y="1670321"/>
            <a:ext cx="5555990" cy="41090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68C60C7-4B41-4C08-A9E9-65DA7F3C64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27C593-DBAF-4695-919C-E0C049DAB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5" name="Chart Placeholder 25">
            <a:extLst>
              <a:ext uri="{FF2B5EF4-FFF2-40B4-BE49-F238E27FC236}">
                <a16:creationId xmlns:a16="http://schemas.microsoft.com/office/drawing/2014/main" id="{2B921735-ED83-48E3-A9F3-CDFC4E5BBB76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3260309" y="2446198"/>
            <a:ext cx="4859338" cy="3240000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ED6ABEB-581D-4774-B8F1-A5D27DE093A4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270825"/>
            <a:ext cx="0" cy="522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2D44A9C2-335D-4C37-A772-1E790A0015B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260309" y="1810897"/>
            <a:ext cx="540000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A5743FC4-795D-4F07-932C-7693552D4D9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260309" y="2113569"/>
            <a:ext cx="5399326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616923-67C3-FB94-AEFB-72B8B50BC6F3}"/>
              </a:ext>
            </a:extLst>
          </p:cNvPr>
          <p:cNvSpPr txBox="1"/>
          <p:nvPr userDrawn="1"/>
        </p:nvSpPr>
        <p:spPr>
          <a:xfrm>
            <a:off x="9880850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Footer Placeholder 32">
            <a:extLst>
              <a:ext uri="{FF2B5EF4-FFF2-40B4-BE49-F238E27FC236}">
                <a16:creationId xmlns:a16="http://schemas.microsoft.com/office/drawing/2014/main" id="{2B0EFDB0-62D2-7897-8892-E4AAB0068C44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72311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65989ADF-5DAE-4DE2-BF2F-974B5F1F7A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BD645EB-3180-480E-8379-EAE29A4A15D8}"/>
              </a:ext>
            </a:extLst>
          </p:cNvPr>
          <p:cNvCxnSpPr>
            <a:cxnSpLocks/>
          </p:cNvCxnSpPr>
          <p:nvPr userDrawn="1"/>
        </p:nvCxnSpPr>
        <p:spPr>
          <a:xfrm>
            <a:off x="2429523" y="249893"/>
            <a:ext cx="0" cy="2556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A0B8405-00E0-48B1-96BA-431B984D22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Click to edit Master title style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FB9287-CD22-5C09-6AA9-05E243C7C68F}"/>
              </a:ext>
            </a:extLst>
          </p:cNvPr>
          <p:cNvSpPr txBox="1"/>
          <p:nvPr userDrawn="1"/>
        </p:nvSpPr>
        <p:spPr>
          <a:xfrm>
            <a:off x="9880850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2FC16A5-5C22-28D1-17CE-9C9CCADCF2A7}"/>
              </a:ext>
            </a:extLst>
          </p:cNvPr>
          <p:cNvSpPr/>
          <p:nvPr userDrawn="1"/>
        </p:nvSpPr>
        <p:spPr>
          <a:xfrm>
            <a:off x="448755" y="912382"/>
            <a:ext cx="5528108" cy="26135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3FCCD59B-7CCE-F937-BDD3-9D0F67B5A93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293A3B18-FFD0-3FB1-DBAC-9A1C3998BCE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15" name="Chart Placeholder 17">
            <a:extLst>
              <a:ext uri="{FF2B5EF4-FFF2-40B4-BE49-F238E27FC236}">
                <a16:creationId xmlns:a16="http://schemas.microsoft.com/office/drawing/2014/main" id="{492AD86A-81A4-E37F-3CDE-4B3780C67FED}"/>
              </a:ext>
            </a:extLst>
          </p:cNvPr>
          <p:cNvSpPr>
            <a:spLocks noGrp="1"/>
          </p:cNvSpPr>
          <p:nvPr>
            <p:ph type="chart" sz="quarter" idx="38"/>
          </p:nvPr>
        </p:nvSpPr>
        <p:spPr>
          <a:xfrm>
            <a:off x="644258" y="1590632"/>
            <a:ext cx="4933089" cy="1791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579CBB8-F02C-7408-031B-3329D5C84BEF}"/>
              </a:ext>
            </a:extLst>
          </p:cNvPr>
          <p:cNvSpPr/>
          <p:nvPr userDrawn="1"/>
        </p:nvSpPr>
        <p:spPr>
          <a:xfrm>
            <a:off x="6290521" y="912382"/>
            <a:ext cx="5528108" cy="26135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Text Placeholder 12">
            <a:extLst>
              <a:ext uri="{FF2B5EF4-FFF2-40B4-BE49-F238E27FC236}">
                <a16:creationId xmlns:a16="http://schemas.microsoft.com/office/drawing/2014/main" id="{C48CC3C2-2989-DDE1-E434-32920891B8E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3" name="Text Placeholder 12">
            <a:extLst>
              <a:ext uri="{FF2B5EF4-FFF2-40B4-BE49-F238E27FC236}">
                <a16:creationId xmlns:a16="http://schemas.microsoft.com/office/drawing/2014/main" id="{6ABB80C3-5F74-5D32-1B26-4BCB9DADB8E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4" name="Chart Placeholder 17">
            <a:extLst>
              <a:ext uri="{FF2B5EF4-FFF2-40B4-BE49-F238E27FC236}">
                <a16:creationId xmlns:a16="http://schemas.microsoft.com/office/drawing/2014/main" id="{119FF1AD-0F45-A234-28A9-46D387940E55}"/>
              </a:ext>
            </a:extLst>
          </p:cNvPr>
          <p:cNvSpPr>
            <a:spLocks noGrp="1"/>
          </p:cNvSpPr>
          <p:nvPr>
            <p:ph type="chart" sz="quarter" idx="41"/>
          </p:nvPr>
        </p:nvSpPr>
        <p:spPr>
          <a:xfrm>
            <a:off x="6486024" y="1590632"/>
            <a:ext cx="4933089" cy="1791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985D28A-41E5-A940-B5AB-2DE9FB767CE3}"/>
              </a:ext>
            </a:extLst>
          </p:cNvPr>
          <p:cNvSpPr/>
          <p:nvPr userDrawn="1"/>
        </p:nvSpPr>
        <p:spPr>
          <a:xfrm>
            <a:off x="3406499" y="3701603"/>
            <a:ext cx="5528108" cy="26135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Text Placeholder 12">
            <a:extLst>
              <a:ext uri="{FF2B5EF4-FFF2-40B4-BE49-F238E27FC236}">
                <a16:creationId xmlns:a16="http://schemas.microsoft.com/office/drawing/2014/main" id="{833E063B-26F1-4AB3-7621-531E0B9FCD32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7" name="Text Placeholder 12">
            <a:extLst>
              <a:ext uri="{FF2B5EF4-FFF2-40B4-BE49-F238E27FC236}">
                <a16:creationId xmlns:a16="http://schemas.microsoft.com/office/drawing/2014/main" id="{C425FF2F-2307-040A-E7AC-8D5E672B04E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8" name="Chart Placeholder 17">
            <a:extLst>
              <a:ext uri="{FF2B5EF4-FFF2-40B4-BE49-F238E27FC236}">
                <a16:creationId xmlns:a16="http://schemas.microsoft.com/office/drawing/2014/main" id="{DDC6AA25-8FCA-BCEF-CC1F-0A13560A0568}"/>
              </a:ext>
            </a:extLst>
          </p:cNvPr>
          <p:cNvSpPr>
            <a:spLocks noGrp="1"/>
          </p:cNvSpPr>
          <p:nvPr>
            <p:ph type="chart" sz="quarter" idx="44"/>
          </p:nvPr>
        </p:nvSpPr>
        <p:spPr>
          <a:xfrm>
            <a:off x="3602002" y="4379853"/>
            <a:ext cx="4933089" cy="1791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39" name="Footer Placeholder 32">
            <a:extLst>
              <a:ext uri="{FF2B5EF4-FFF2-40B4-BE49-F238E27FC236}">
                <a16:creationId xmlns:a16="http://schemas.microsoft.com/office/drawing/2014/main" id="{4CEB89B2-F75A-BDE1-2635-E4CCC76E6EC1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9050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37D1648-FA81-4237-B407-DA8B918760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ABFACB1-9509-47EF-A1F4-35B89247EB92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270825"/>
            <a:ext cx="0" cy="522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A679D71-254B-43F0-9EEC-7759D1187CD0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6000" y="-1569848"/>
            <a:ext cx="0" cy="1080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hart Placeholder 17">
            <a:extLst>
              <a:ext uri="{FF2B5EF4-FFF2-40B4-BE49-F238E27FC236}">
                <a16:creationId xmlns:a16="http://schemas.microsoft.com/office/drawing/2014/main" id="{8730E1B9-8375-4E88-AD15-E7688F2E5210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695325" y="1563950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BA34E6-9426-4629-86D5-A1AFF6384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29" name="Text Placeholder 12">
            <a:extLst>
              <a:ext uri="{FF2B5EF4-FFF2-40B4-BE49-F238E27FC236}">
                <a16:creationId xmlns:a16="http://schemas.microsoft.com/office/drawing/2014/main" id="{80C24745-5451-4720-A07F-45C9D0B6E39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0" name="Text Placeholder 12">
            <a:extLst>
              <a:ext uri="{FF2B5EF4-FFF2-40B4-BE49-F238E27FC236}">
                <a16:creationId xmlns:a16="http://schemas.microsoft.com/office/drawing/2014/main" id="{574386E0-C4E6-415A-8BD6-1289C3DAC35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40277F-90C9-F325-1E90-0769742DB294}"/>
              </a:ext>
            </a:extLst>
          </p:cNvPr>
          <p:cNvSpPr/>
          <p:nvPr userDrawn="1"/>
        </p:nvSpPr>
        <p:spPr>
          <a:xfrm>
            <a:off x="599468" y="967013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Chart Placeholder 17">
            <a:extLst>
              <a:ext uri="{FF2B5EF4-FFF2-40B4-BE49-F238E27FC236}">
                <a16:creationId xmlns:a16="http://schemas.microsoft.com/office/drawing/2014/main" id="{2795E81C-5D11-1233-43A3-0C568450DE8A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695325" y="4237608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941A27B2-C711-3E55-574F-95CDEB7E814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3707E330-B5A0-1FCB-BD47-0690CDDCABD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0A581D-3885-D451-5203-EB99448E1F0F}"/>
              </a:ext>
            </a:extLst>
          </p:cNvPr>
          <p:cNvSpPr/>
          <p:nvPr userDrawn="1"/>
        </p:nvSpPr>
        <p:spPr>
          <a:xfrm>
            <a:off x="599468" y="3640671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Chart Placeholder 17">
            <a:extLst>
              <a:ext uri="{FF2B5EF4-FFF2-40B4-BE49-F238E27FC236}">
                <a16:creationId xmlns:a16="http://schemas.microsoft.com/office/drawing/2014/main" id="{9B4C0AA5-3CEF-0D1B-7113-D686BAE33791}"/>
              </a:ext>
            </a:extLst>
          </p:cNvPr>
          <p:cNvSpPr>
            <a:spLocks noGrp="1"/>
          </p:cNvSpPr>
          <p:nvPr>
            <p:ph type="chart" sz="quarter" idx="43"/>
          </p:nvPr>
        </p:nvSpPr>
        <p:spPr>
          <a:xfrm>
            <a:off x="6551386" y="4237608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9C364C4E-1DA0-C650-4626-A938485E17AA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17733AE3-3EAA-6D38-3A68-65559D100ED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6FA177F-D9FF-60AC-29F8-F70564BBF994}"/>
              </a:ext>
            </a:extLst>
          </p:cNvPr>
          <p:cNvSpPr/>
          <p:nvPr userDrawn="1"/>
        </p:nvSpPr>
        <p:spPr>
          <a:xfrm>
            <a:off x="6455529" y="3640671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Chart Placeholder 17">
            <a:extLst>
              <a:ext uri="{FF2B5EF4-FFF2-40B4-BE49-F238E27FC236}">
                <a16:creationId xmlns:a16="http://schemas.microsoft.com/office/drawing/2014/main" id="{472E3B84-F415-25E8-807B-2CA952606F56}"/>
              </a:ext>
            </a:extLst>
          </p:cNvPr>
          <p:cNvSpPr>
            <a:spLocks noGrp="1"/>
          </p:cNvSpPr>
          <p:nvPr>
            <p:ph type="chart" sz="quarter" idx="46"/>
          </p:nvPr>
        </p:nvSpPr>
        <p:spPr>
          <a:xfrm>
            <a:off x="6551386" y="1563950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6" name="Text Placeholder 12">
            <a:extLst>
              <a:ext uri="{FF2B5EF4-FFF2-40B4-BE49-F238E27FC236}">
                <a16:creationId xmlns:a16="http://schemas.microsoft.com/office/drawing/2014/main" id="{8DF7401A-5C0D-F65C-55ED-12DE107F2F2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CE9C3E4B-81CA-4657-65AC-DB60B8F24B50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A3142E5-6560-3F7B-94A2-FCEB6C397317}"/>
              </a:ext>
            </a:extLst>
          </p:cNvPr>
          <p:cNvSpPr/>
          <p:nvPr userDrawn="1"/>
        </p:nvSpPr>
        <p:spPr>
          <a:xfrm>
            <a:off x="6455529" y="967013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DD0DEBA-3B3F-19CD-BA07-038084980EC2}"/>
              </a:ext>
            </a:extLst>
          </p:cNvPr>
          <p:cNvSpPr txBox="1"/>
          <p:nvPr userDrawn="1"/>
        </p:nvSpPr>
        <p:spPr>
          <a:xfrm>
            <a:off x="9893699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Footer Placeholder 32">
            <a:extLst>
              <a:ext uri="{FF2B5EF4-FFF2-40B4-BE49-F238E27FC236}">
                <a16:creationId xmlns:a16="http://schemas.microsoft.com/office/drawing/2014/main" id="{E83037D8-AEA3-ABD5-4F7A-CC5D4F2E4416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84406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LE_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5822B-36A6-46EA-AB81-9095A9B7E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85900"/>
            <a:ext cx="9310149" cy="586039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B14FAFF4-EE07-46FD-B177-1014B58741B7}"/>
              </a:ext>
            </a:extLst>
          </p:cNvPr>
          <p:cNvSpPr>
            <a:spLocks noGrp="1"/>
          </p:cNvSpPr>
          <p:nvPr>
            <p:ph type="tbl" sz="quarter" idx="20"/>
          </p:nvPr>
        </p:nvSpPr>
        <p:spPr>
          <a:xfrm>
            <a:off x="1235999" y="1549838"/>
            <a:ext cx="9556690" cy="165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7F385210-86CA-49D4-B11F-B4E23B287CD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36000" y="1228748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" name="Table Placeholder 12">
            <a:extLst>
              <a:ext uri="{FF2B5EF4-FFF2-40B4-BE49-F238E27FC236}">
                <a16:creationId xmlns:a16="http://schemas.microsoft.com/office/drawing/2014/main" id="{604D515D-461B-B6BE-D2B7-3B42C98E42F2}"/>
              </a:ext>
            </a:extLst>
          </p:cNvPr>
          <p:cNvSpPr>
            <a:spLocks noGrp="1"/>
          </p:cNvSpPr>
          <p:nvPr>
            <p:ph type="tbl" sz="quarter" idx="35"/>
          </p:nvPr>
        </p:nvSpPr>
        <p:spPr>
          <a:xfrm>
            <a:off x="1235999" y="4275632"/>
            <a:ext cx="9556690" cy="16606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4EEA3B46-1BFF-A3C7-C3F2-8B1A7573FFE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235999" y="3954818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4" name="Footer Placeholder 32">
            <a:extLst>
              <a:ext uri="{FF2B5EF4-FFF2-40B4-BE49-F238E27FC236}">
                <a16:creationId xmlns:a16="http://schemas.microsoft.com/office/drawing/2014/main" id="{7EE9201D-2AAC-3D96-FFAD-CEFD8B987786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53ECBB-92DB-02A0-5F5D-53558F04D02C}"/>
              </a:ext>
            </a:extLst>
          </p:cNvPr>
          <p:cNvSpPr txBox="1"/>
          <p:nvPr userDrawn="1"/>
        </p:nvSpPr>
        <p:spPr>
          <a:xfrm>
            <a:off x="9893699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862FD91-D285-7FA3-2F83-51238B19F9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9134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LE_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5822B-36A6-46EA-AB81-9095A9B7E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85900"/>
            <a:ext cx="9310149" cy="586039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B14FAFF4-EE07-46FD-B177-1014B58741B7}"/>
              </a:ext>
            </a:extLst>
          </p:cNvPr>
          <p:cNvSpPr>
            <a:spLocks noGrp="1"/>
          </p:cNvSpPr>
          <p:nvPr>
            <p:ph type="tbl" sz="quarter" idx="20"/>
          </p:nvPr>
        </p:nvSpPr>
        <p:spPr>
          <a:xfrm>
            <a:off x="1317655" y="1213933"/>
            <a:ext cx="9556690" cy="1314592"/>
          </a:xfrm>
          <a:prstGeom prst="rect">
            <a:avLst/>
          </a:prstGeom>
        </p:spPr>
        <p:txBody>
          <a:bodyPr numCol="10" spcCol="180000"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7F385210-86CA-49D4-B11F-B4E23B287CD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008722" y="963649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" name="Table Placeholder 12">
            <a:extLst>
              <a:ext uri="{FF2B5EF4-FFF2-40B4-BE49-F238E27FC236}">
                <a16:creationId xmlns:a16="http://schemas.microsoft.com/office/drawing/2014/main" id="{604D515D-461B-B6BE-D2B7-3B42C98E42F2}"/>
              </a:ext>
            </a:extLst>
          </p:cNvPr>
          <p:cNvSpPr>
            <a:spLocks noGrp="1"/>
          </p:cNvSpPr>
          <p:nvPr>
            <p:ph type="tbl" sz="quarter" idx="35"/>
          </p:nvPr>
        </p:nvSpPr>
        <p:spPr>
          <a:xfrm>
            <a:off x="1317655" y="3106222"/>
            <a:ext cx="9556690" cy="1314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4EEA3B46-1BFF-A3C7-C3F2-8B1A7573FFE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08722" y="2857279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4" name="Footer Placeholder 32">
            <a:extLst>
              <a:ext uri="{FF2B5EF4-FFF2-40B4-BE49-F238E27FC236}">
                <a16:creationId xmlns:a16="http://schemas.microsoft.com/office/drawing/2014/main" id="{7EE9201D-2AAC-3D96-FFAD-CEFD8B987786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559230"/>
            <a:ext cx="7878468" cy="217892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53ECBB-92DB-02A0-5F5D-53558F04D02C}"/>
              </a:ext>
            </a:extLst>
          </p:cNvPr>
          <p:cNvSpPr txBox="1"/>
          <p:nvPr userDrawn="1"/>
        </p:nvSpPr>
        <p:spPr>
          <a:xfrm>
            <a:off x="9893699" y="6559230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862FD91-D285-7FA3-2F83-51238B19F9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6" name="Table Placeholder 12">
            <a:extLst>
              <a:ext uri="{FF2B5EF4-FFF2-40B4-BE49-F238E27FC236}">
                <a16:creationId xmlns:a16="http://schemas.microsoft.com/office/drawing/2014/main" id="{4909F015-2B79-EBC8-F287-BBA693B84699}"/>
              </a:ext>
            </a:extLst>
          </p:cNvPr>
          <p:cNvSpPr>
            <a:spLocks noGrp="1"/>
          </p:cNvSpPr>
          <p:nvPr>
            <p:ph type="tbl" sz="quarter" idx="51"/>
          </p:nvPr>
        </p:nvSpPr>
        <p:spPr>
          <a:xfrm>
            <a:off x="1317655" y="4997920"/>
            <a:ext cx="9556690" cy="1314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0402D6EA-285E-B732-A4DE-E09951A99867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008722" y="4748977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</p:spTree>
    <p:extLst>
      <p:ext uri="{BB962C8B-B14F-4D97-AF65-F5344CB8AC3E}">
        <p14:creationId xmlns:p14="http://schemas.microsoft.com/office/powerpoint/2010/main" val="2714837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425F0A-9D54-AE1D-C584-29A5A885B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C7C6-6BB8-4140-A7E1-E220926460A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E9542751-D764-2730-8990-7B1ACB9371B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478785" y="3266904"/>
            <a:ext cx="5234429" cy="2438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4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584223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jpe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910146"/>
            <a:ext cx="11570544" cy="52295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2400" y="64008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73F82A-F74D-4A60-B1B5-134C27F767D8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44633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4882" y="6445245"/>
            <a:ext cx="18747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F4C7C6-6BB8-4140-A7E1-E220926460AA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DA1FCB7-EEBB-41C6-9F95-5DD9FC9BE286}"/>
              </a:ext>
            </a:extLst>
          </p:cNvPr>
          <p:cNvCxnSpPr>
            <a:cxnSpLocks/>
          </p:cNvCxnSpPr>
          <p:nvPr/>
        </p:nvCxnSpPr>
        <p:spPr>
          <a:xfrm>
            <a:off x="-19312" y="710846"/>
            <a:ext cx="12192000" cy="0"/>
          </a:xfrm>
          <a:prstGeom prst="line">
            <a:avLst/>
          </a:prstGeom>
          <a:ln w="38100" cmpd="sng">
            <a:solidFill>
              <a:schemeClr val="accent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93B2852-C473-4D24-9E55-8CEE0D9E0BD2}"/>
              </a:ext>
            </a:extLst>
          </p:cNvPr>
          <p:cNvCxnSpPr>
            <a:cxnSpLocks/>
          </p:cNvCxnSpPr>
          <p:nvPr/>
        </p:nvCxnSpPr>
        <p:spPr>
          <a:xfrm flipH="1">
            <a:off x="9882913" y="5"/>
            <a:ext cx="9235" cy="703115"/>
          </a:xfrm>
          <a:prstGeom prst="line">
            <a:avLst/>
          </a:prstGeom>
          <a:ln w="38100" cmpd="sng">
            <a:solidFill>
              <a:schemeClr val="accent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D203BBB4-E680-4BEA-B6D6-5C747063AD3C}"/>
              </a:ext>
            </a:extLst>
          </p:cNvPr>
          <p:cNvGrpSpPr/>
          <p:nvPr/>
        </p:nvGrpSpPr>
        <p:grpSpPr>
          <a:xfrm>
            <a:off x="10164882" y="74613"/>
            <a:ext cx="1726697" cy="623204"/>
            <a:chOff x="3488418" y="610288"/>
            <a:chExt cx="2133600" cy="1030168"/>
          </a:xfrm>
        </p:grpSpPr>
        <p:pic>
          <p:nvPicPr>
            <p:cNvPr id="11" name="Picture 10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D94B3933-ECDC-43D4-9C0B-3AF18EA9C9C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655" r="13655" b="26160"/>
            <a:stretch/>
          </p:blipFill>
          <p:spPr>
            <a:xfrm>
              <a:off x="3488418" y="610288"/>
              <a:ext cx="2133600" cy="620034"/>
            </a:xfrm>
            <a:prstGeom prst="rect">
              <a:avLst/>
            </a:prstGeom>
          </p:spPr>
        </p:pic>
        <p:pic>
          <p:nvPicPr>
            <p:cNvPr id="12" name="Picture 11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1F3980BD-D41C-4A48-A371-FB4385D4B73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7105" b="1798"/>
            <a:stretch/>
          </p:blipFill>
          <p:spPr>
            <a:xfrm>
              <a:off x="3666304" y="1223445"/>
              <a:ext cx="1773291" cy="145226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3AE399A-2D76-4436-BFCC-CD16D1A1B994}"/>
                </a:ext>
              </a:extLst>
            </p:cNvPr>
            <p:cNvSpPr/>
            <p:nvPr/>
          </p:nvSpPr>
          <p:spPr>
            <a:xfrm>
              <a:off x="3503939" y="1297043"/>
              <a:ext cx="2098018" cy="34341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IN" sz="750" b="1" i="1" dirty="0">
                  <a:solidFill>
                    <a:srgbClr val="138742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Building the Nation, Responsibly</a:t>
              </a:r>
              <a:endParaRPr lang="en-US" sz="750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383772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90" r:id="rId2"/>
    <p:sldLayoutId id="2147483693" r:id="rId3"/>
    <p:sldLayoutId id="2147483691" r:id="rId4"/>
    <p:sldLayoutId id="2147483692" r:id="rId5"/>
    <p:sldLayoutId id="2147483694" r:id="rId6"/>
    <p:sldLayoutId id="2147483696" r:id="rId7"/>
    <p:sldLayoutId id="2147483695" r:id="rId8"/>
  </p:sldLayoutIdLst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Avenir LT Std 45 Book" panose="020B0502020203020204" pitchFamily="34" charset="0"/>
          <a:ea typeface="+mj-ea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1pPr>
      <a:lvl2pPr marL="51433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2pPr>
      <a:lvl3pPr marL="857229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3pPr>
      <a:lvl4pPr marL="1200121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5pPr>
      <a:lvl6pPr marL="1885904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6.xml"/>
</Relationships>

</file>

<file path=ppt/slides/_rels/slide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19bbb5efe19d3c9f6063b65f3a7cd0824802b5f9.png"/>
<Relationship Id="rId3" Type="http://schemas.openxmlformats.org/officeDocument/2006/relationships/image" Target="../media/ddd5d3056dee29e8d7b1eecfc6d047916816bb09.png"/>
<Relationship Id="rId4" Type="http://schemas.openxmlformats.org/officeDocument/2006/relationships/image" Target="../media/2502e7ccde37656f0ccaf26ecc1cff925e5bdbd4.png"/>
<Relationship Id="rId5" Type="http://schemas.openxmlformats.org/officeDocument/2006/relationships/image" Target="../media/a8626729f9ebd85bfe7c94391378274f7b65829a.png"/>
</Relationships>

</file>

<file path=ppt/slides/_rels/slide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f651be31e32231402772a5d48fcec4844cfc46fe.png"/>
<Relationship Id="rId3" Type="http://schemas.openxmlformats.org/officeDocument/2006/relationships/image" Target="../media/5e6d9a9e6db69d02c21ac05cf31df1b0cea07570.png"/>
<Relationship Id="rId4" Type="http://schemas.openxmlformats.org/officeDocument/2006/relationships/image" Target="../media/4933543add4c6d0ee000c793301b4b754ef98921.png"/>
<Relationship Id="rId5" Type="http://schemas.openxmlformats.org/officeDocument/2006/relationships/image" Target="../media/3831976d1151224c68e369beee732289c764dc66.png"/>
</Relationships>

</file>

<file path=ppt/slides/_rels/slide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1957dad2b1da8a66f1ae3bd4b8c1b6f3ae19ba6e.png"/>
<Relationship Id="rId3" Type="http://schemas.openxmlformats.org/officeDocument/2006/relationships/image" Target="../media/edbcb40af74936333a00fa6e833816b070521e11.png"/>
<Relationship Id="rId4" Type="http://schemas.openxmlformats.org/officeDocument/2006/relationships/image" Target="../media/61323fbde4cfd4a46d0b11d19d979dd812c32820.png"/>
</Relationships>

</file>

<file path=ppt/slides/_rels/slide6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9839beb18860181a1aab434a54afbd9d3d57ba32.png"/>
<Relationship Id="rId3" Type="http://schemas.openxmlformats.org/officeDocument/2006/relationships/image" Target="../media/f53b20b51eca5a3b5bb637cb51c3a2a9f2bd1386.png"/>
</Relationships>

</file>

<file path=ppt/slides/_rels/slide7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3d323aa53a83154d2a1d429cf740be1a0b53ed15.png"/>
<Relationship Id="rId3" Type="http://schemas.openxmlformats.org/officeDocument/2006/relationships/image" Target="../media/567afdf5567e732a212d792f5035c2403a4204bf.png"/>
<Relationship Id="rId4" Type="http://schemas.openxmlformats.org/officeDocument/2006/relationships/image" Target="../media/42b5fd2daf978f07e647eb2cf48b57ac9f7dce7c.png"/>
<Relationship Id="rId5" Type="http://schemas.openxmlformats.org/officeDocument/2006/relationships/image" Target="../media/bd88ea4a035606333e9f5d7e4ec898392216c063.png"/>
</Relationships>

</file>

<file path=ppt/slides/_rels/slide8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a38dda58e1c5895f466e9739db7f758279ba5acd.png"/>
<Relationship Id="rId3" Type="http://schemas.openxmlformats.org/officeDocument/2006/relationships/image" Target="../media/a5d6e2b5054ac2800b55fb09b363d76f1b5f94f1.png"/>
</Relationships>

</file>

<file path=ppt/slides/_rels/slide9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d4a332831ba70a07529f77d971d586df0d6def7e.png"/>
<Relationship Id="rId3" Type="http://schemas.openxmlformats.org/officeDocument/2006/relationships/image" Target="../media/b6cfa161a7e75544faf156d0721bf97a40004cdd.png"/>
<Relationship Id="rId4" Type="http://schemas.openxmlformats.org/officeDocument/2006/relationships/image" Target="../media/dece76a3c846fb86526e3c97ade5db4bfc1f35be.png"/>
</Relationships>

</file>

<file path=ppt/slides/_rels/slide10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517da0e4332e436631c3dffc000684654dde4756.png"/>
<Relationship Id="rId3" Type="http://schemas.openxmlformats.org/officeDocument/2006/relationships/image" Target="../media/21d7500e8397c4ddd4b4f489749c740563724f6e.png"/>
<Relationship Id="rId4" Type="http://schemas.openxmlformats.org/officeDocument/2006/relationships/image" Target="../media/36e349ca572d053358c041e4eaf3b108a4b0fe4e.png"/>
<Relationship Id="rId5" Type="http://schemas.openxmlformats.org/officeDocument/2006/relationships/image" Target="../media/96e491f0bfcacb4dc8edded86dd0c4b0c15da4cd.png"/>
</Relationships>

</file>

<file path=ppt/slides/_rels/slide1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71e50005dc4b282e16d3d17ec9547f888126eac2.png"/>
<Relationship Id="rId3" Type="http://schemas.openxmlformats.org/officeDocument/2006/relationships/image" Target="../media/d87ea7508be38f557c0d0090177db54bd5e25c0d.png"/>
<Relationship Id="rId4" Type="http://schemas.openxmlformats.org/officeDocument/2006/relationships/image" Target="../media/851405e997e81a97d5841f3e31b42ca9e9ab6867.png"/>
<Relationship Id="rId5" Type="http://schemas.openxmlformats.org/officeDocument/2006/relationships/image" Target="../media/ee9f49816b12b9b060634d8f413be46e05b2288b.png"/>
</Relationships>

</file>

<file path=ppt/slides/_rels/slide1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8.xml"/>
</Relationships>

</file>

<file path=ppt/slides/_rels/slide1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687c59cd4763e83cea79d0f1e0c6e831cd8c9a42.png"/>
<Relationship Id="rId3" Type="http://schemas.openxmlformats.org/officeDocument/2006/relationships/image" Target="../media/bebe698a346968141909affa759a6311d58206b9.png"/>
<Relationship Id="rId4" Type="http://schemas.openxmlformats.org/officeDocument/2006/relationships/image" Target="../media/43b3a0e9a0d474027a2a0aea4c234dbe73fa06a4.png"/>
</Relationships>

</file>

<file path=ppt/slides/_rels/slide1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6fc5dfb4889d8dfd48c67b64d3fd610113621e6b.png"/>
<Relationship Id="rId3" Type="http://schemas.openxmlformats.org/officeDocument/2006/relationships/image" Target="../media/99c8e5ad4556cea6f0319bff927227f223a61ce7.png"/>
</Relationships>

</file>

<file path=ppt/slides/_rels/slide1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2ff19616bb94ed9ccde73c230c4c41fb066ef092.png"/>
<Relationship Id="rId3" Type="http://schemas.openxmlformats.org/officeDocument/2006/relationships/image" Target="../media/b48c7e0c6d7a0ffa420ebf4e62a579d67b2c2737.png"/>
<Relationship Id="rId4" Type="http://schemas.openxmlformats.org/officeDocument/2006/relationships/image" Target="../media/1da90a7b07e6274e4f2d46d878943d1a8d90a468.png"/>
<Relationship Id="rId5" Type="http://schemas.openxmlformats.org/officeDocument/2006/relationships/image" Target="../media/53c9cf79958a47d0dec03ae9a2afcfc85ce01792.png"/>
</Relationships>

</file>

<file path=ppt/slides/_rels/slide16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c93532cd22ee33af67d7671fe7dee5707cc33164.png"/>
<Relationship Id="rId3" Type="http://schemas.openxmlformats.org/officeDocument/2006/relationships/image" Target="../media/2e989e78d8447bf756944e1415ca8a26fc51d92c.png"/>
</Relationships>

</file>

<file path=ppt/slides/_rels/slide17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6c2b472827739422a3ee320a671190a85d0316af.png"/>
<Relationship Id="rId3" Type="http://schemas.openxmlformats.org/officeDocument/2006/relationships/image" Target="../media/42d22ed6a3f7c25024550538da964bfce3b80e32.png"/>
<Relationship Id="rId4" Type="http://schemas.openxmlformats.org/officeDocument/2006/relationships/image" Target="../media/952707481a59124979868f1c8c2bfe088a57ff99.png"/>
</Relationships>

</file>

<file path=ppt/slides/_rels/slide18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24f9786eb93153c28b2db9fab4e313b25e8306c9.png"/>
<Relationship Id="rId3" Type="http://schemas.openxmlformats.org/officeDocument/2006/relationships/image" Target="../media/da6ffc432620d633471438e53e662206c3846297.png"/>
<Relationship Id="rId4" Type="http://schemas.openxmlformats.org/officeDocument/2006/relationships/image" Target="../media/5bc948824972538246707b9e19d59bc94021fd13.png"/>
<Relationship Id="rId5" Type="http://schemas.openxmlformats.org/officeDocument/2006/relationships/image" Target="../media/436fa9e8bc942a1b833564fe8004ab0bd1569de3.png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1"/>
          <p:cNvSpPr>
            <a:spLocks noGrp="1"/>
          </p:cNvSpPr>
          <p:nvPr>
            <p:ph type="title"/>
          </p:nvPr>
        </p:nvSpPr>
        <p:spPr>
          <a:xfrm>
            <a:off x="1425118" y="2630414"/>
            <a:ext cx="9310149" cy="671940"/>
          </a:xfrm>
        </p:spPr>
        <p:txBody>
          <a:bodyPr/>
          <a:lstStyle/>
          <a:p>
            <a:r>
              <a:rPr/>
              <a:t>2023-24 Data Overview</a:t>
            </a:r>
          </a:p>
        </p:txBody>
      </p:sp>
      <p:sp>
        <p:nvSpPr>
          <p:cNvPr id="3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3378502" y="3555647"/>
            <a:ext cx="5434996" cy="332399"/>
          </a:xfrm>
        </p:spPr>
        <p:txBody>
          <a:bodyPr/>
          <a:lstStyle/>
          <a:p>
            <a:r>
              <a:rPr/>
              <a:t>(Q2 - H1)  NEW DELHI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85900"/>
            <a:ext cx="9310149" cy="586039"/>
          </a:xfrm>
        </p:spPr>
        <p:txBody>
          <a:bodyPr/>
          <a:lstStyle/>
          <a:p>
            <a:r>
              <a:rPr/>
              <a:t>Domestic Sales Performance</a:t>
            </a:r>
          </a:p>
        </p:txBody>
      </p:sp>
      <p:graphicFrame>
        <p:nvGraphicFramePr>
          <p:cNvPr id="3" name="Table Placeholder 12"/>
          <p:cNvGraphicFramePr>
            <a:graphicFrameLocks noGrp="true"/>
          </p:cNvGraphicFramePr>
          <p:nvPr/>
        </p:nvGraphicFramePr>
        <p:xfrm rot="0">
          <a:off x="1235999" y="1549838"/>
          <a:ext cx="9556690" cy="1659600"/>
        </p:xfrm>
        <a:graphic>
          <a:graphicData uri="http://schemas.openxmlformats.org/drawingml/2006/table">
            <a:tbl>
              <a:tblPr/>
              <a:tblGrid>
                <a:gridCol w="1828800"/>
                <a:gridCol w="1104595"/>
                <a:gridCol w="1104595"/>
                <a:gridCol w="1104595"/>
                <a:gridCol w="1104595"/>
                <a:gridCol w="1104595"/>
                <a:gridCol w="1104595"/>
                <a:gridCol w="1104595"/>
              </a:tblGrid>
              <a:tr h="252000"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Category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2018-19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2019-20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2020-21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2021-22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2022-23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2023-24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CAGR 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Passenger Vehicle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871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621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726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741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1,026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1,074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4.3</a:t>
                      </a: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Commercial Vehicle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257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167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134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166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232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248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-0.7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Three-Wheeler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193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181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120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195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0.3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Two-Wheeler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5,891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4,683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4,691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4,136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4,674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4,598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-4.8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1236000" y="1228748"/>
            <a:ext cx="9556690" cy="162096"/>
          </a:xfrm>
        </p:spPr>
        <p:txBody>
          <a:bodyPr/>
          <a:lstStyle/>
          <a:p>
            <a:r>
              <a:rPr/>
              <a:t>Q2 (July-Sept)</a:t>
            </a:r>
          </a:p>
        </p:txBody>
      </p:sp>
      <p:graphicFrame>
        <p:nvGraphicFramePr>
          <p:cNvPr id="5" name="Table Placeholder 12"/>
          <p:cNvGraphicFramePr>
            <a:graphicFrameLocks noGrp="true"/>
          </p:cNvGraphicFramePr>
          <p:nvPr/>
        </p:nvGraphicFramePr>
        <p:xfrm rot="0">
          <a:off x="1235999" y="4275632"/>
          <a:ext cx="9556690" cy="1660618"/>
        </p:xfrm>
        <a:graphic>
          <a:graphicData uri="http://schemas.openxmlformats.org/drawingml/2006/table">
            <a:tbl>
              <a:tblPr/>
              <a:tblGrid>
                <a:gridCol w="1828800"/>
                <a:gridCol w="1104595"/>
                <a:gridCol w="1104595"/>
                <a:gridCol w="1104595"/>
                <a:gridCol w="1104595"/>
                <a:gridCol w="1104595"/>
                <a:gridCol w="1104595"/>
                <a:gridCol w="1104595"/>
              </a:tblGrid>
              <a:tr h="252000"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Category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2018-19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2019-20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2020-21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2021-22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2022-23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2023-24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CAGR 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Passenger Vehicle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1,744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1,333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880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1,388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1,937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2,070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3.5</a:t>
                      </a: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Commercial Vehicle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487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375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165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272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456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465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-0.9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Three 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354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331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197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340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-0.8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Two 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11,568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9,696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5,985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6,550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8,398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8,739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-5.5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" name="Text Placeholder 12"/>
          <p:cNvSpPr>
            <a:spLocks noGrp="1"/>
          </p:cNvSpPr>
          <p:nvPr>
            <p:ph type="body" sz="quarter" idx="36" hasCustomPrompt="1"/>
          </p:nvPr>
        </p:nvSpPr>
        <p:spPr>
          <a:xfrm>
            <a:off x="1235999" y="3954818"/>
            <a:ext cx="9556690" cy="162096"/>
          </a:xfrm>
        </p:spPr>
        <p:txBody>
          <a:bodyPr/>
          <a:lstStyle/>
          <a:p>
            <a:r>
              <a:rPr/>
              <a:t>H1 (Apr-Sept)</a:t>
            </a:r>
          </a:p>
        </p:txBody>
      </p:sp>
      <p:sp>
        <p:nvSpPr>
          <p:cNvPr id="7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Domestic Sales - Q2(Jul-Sept)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Passenger Vehicle - Q2 Performance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Two-Wheeler - Q2 Performance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Three-Wheeler - Q2 Performance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Commercial Vehicle - Q2 Performance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Domestic Sales - H1(Apr-Sept)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Passenger Vehicle - H1 Performance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Two-Wheeler - H1 Performance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Three-Wheeler - H1 Performance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Commercial Vehicle - H1 Performance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Passenger Vehicle: Sub-Category - Q2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PVs - Passenger Cars - Q2 Domestic Sales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PVs - Utility Vehicles - Q2 Domestic Sales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PVs - Vans - Q2 Domestic Sales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Commercial Vehicles: Sub-Category - Q2 Performance</a:t>
            </a:r>
          </a:p>
        </p:txBody>
      </p:sp>
      <p:pic>
        <p:nvPicPr>
          <p:cNvPr id="3" name="Chart Placeholder 25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4663" y="2046702"/>
            <a:ext cx="4859338" cy="3240000"/>
          </a:xfrm>
          <a:prstGeom prst="rect">
            <a:avLst/>
          </a:prstGeom>
        </p:spPr>
      </p:pic>
      <p:pic>
        <p:nvPicPr>
          <p:cNvPr id="4" name="Chart Placeholder 27" descr=""/>
          <p:cNvPicPr>
            <a:picLocks noGrp="1"/>
          </p:cNvPicPr>
          <p:nvPr>
            <p:ph type="chart" sz="quarter" idx="18"/>
          </p:nvPr>
        </p:nvPicPr>
        <p:blipFill>
          <a:blip cstate="print" r:embed="rId3"/>
          <a:stretch>
            <a:fillRect/>
          </a:stretch>
        </p:blipFill>
        <p:spPr>
          <a:xfrm>
            <a:off x="6493959" y="2046261"/>
            <a:ext cx="4879786" cy="3221804"/>
          </a:xfrm>
          <a:prstGeom prst="rect">
            <a:avLst/>
          </a:prstGeom>
        </p:spPr>
      </p:pic>
      <p:sp>
        <p:nvSpPr>
          <p:cNvPr id="5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</p:spPr>
        <p:txBody>
          <a:bodyPr/>
          <a:lstStyle/>
          <a:p>
            <a:r>
              <a:rPr/>
              <a:t>M&amp;HCV - Q2 Domestic Sales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</p:spPr>
        <p:txBody>
          <a:bodyPr/>
          <a:lstStyle/>
          <a:p>
            <a:r>
              <a:rPr/>
              <a:t>LCV - Q2 Domestic Sales</a:t>
            </a:r>
          </a:p>
        </p:txBody>
      </p:sp>
      <p:sp>
        <p:nvSpPr>
          <p:cNvPr id="9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Commercial Vehicles- Passengers &amp; Goods - Q2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M&amp;HCV Passenger - Q2 Domestic Sales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M&amp;HCV Goods - Q2 Domestic Sales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LCV Passenger - Q2 Domestic Sales 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LCV Goods - Q2 Domestic Sales 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Three Wheelers - Passenger &amp; Goods - Q2 Performance</a:t>
            </a:r>
          </a:p>
        </p:txBody>
      </p:sp>
      <p:pic>
        <p:nvPicPr>
          <p:cNvPr id="3" name="Chart Placeholder 25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4663" y="2046702"/>
            <a:ext cx="4859338" cy="3240000"/>
          </a:xfrm>
          <a:prstGeom prst="rect">
            <a:avLst/>
          </a:prstGeom>
        </p:spPr>
      </p:pic>
      <p:pic>
        <p:nvPicPr>
          <p:cNvPr id="4" name="Chart Placeholder 27" descr=""/>
          <p:cNvPicPr>
            <a:picLocks noGrp="1"/>
          </p:cNvPicPr>
          <p:nvPr>
            <p:ph type="chart" sz="quarter" idx="18"/>
          </p:nvPr>
        </p:nvPicPr>
        <p:blipFill>
          <a:blip cstate="print" r:embed="rId3"/>
          <a:stretch>
            <a:fillRect/>
          </a:stretch>
        </p:blipFill>
        <p:spPr>
          <a:xfrm>
            <a:off x="6493959" y="2046261"/>
            <a:ext cx="4879786" cy="3221804"/>
          </a:xfrm>
          <a:prstGeom prst="rect">
            <a:avLst/>
          </a:prstGeom>
        </p:spPr>
      </p:pic>
      <p:sp>
        <p:nvSpPr>
          <p:cNvPr id="5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</p:spPr>
        <p:txBody>
          <a:bodyPr/>
          <a:lstStyle/>
          <a:p>
            <a:r>
              <a:rPr/>
              <a:t>Three Wheeler - Passenger - Q2 Domestic Sales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</p:spPr>
        <p:txBody>
          <a:bodyPr/>
          <a:lstStyle/>
          <a:p>
            <a:r>
              <a:rPr/>
              <a:t>Three Wheeler - Goods - Q2 Domestic Sales</a:t>
            </a:r>
          </a:p>
        </p:txBody>
      </p:sp>
      <p:sp>
        <p:nvSpPr>
          <p:cNvPr id="9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Two Wheelers Sub-Category - Q2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Two Wheeler - Scooters - Q2 Performance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Two Wheeler - Motorcycles - Q2 Performance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Two Wheeler - Mopeds - Q2 Performance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Q2 Export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Passenger Vehicle Exports (Q2)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Two-Wheeler Exports (Q2)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Three-Wheeler Exports (Q2)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Commercial Vehicle Exports (Q2)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Challenges With Entry Level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Mini/Micro Cars (Less than 3.6 mm) - Q2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Motorcycles upto 110 cc - Q2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Scooters upto 125 cc - Q2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Mopeds - Q2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11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3478785" y="3266904"/>
            <a:ext cx="5234429" cy="243849"/>
          </a:xfrm>
        </p:spPr>
        <p:txBody>
          <a:bodyPr/>
          <a:lstStyle/>
          <a:p>
            <a:r>
              <a:rPr/>
              <a:t>THANK YOU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Passenger Vehicle: Sub-Category - H1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PVs - Passenger Cars - H1 Domestic Sales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PVs - Utility Vehicles - H1 Domestic Sales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PVs - Vans - H1 Domestic Sales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13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Commercial Vehicles: Sub-Category - H1 Performance</a:t>
            </a:r>
          </a:p>
        </p:txBody>
      </p:sp>
      <p:pic>
        <p:nvPicPr>
          <p:cNvPr id="3" name="Chart Placeholder 25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4663" y="2046702"/>
            <a:ext cx="4859338" cy="3240000"/>
          </a:xfrm>
          <a:prstGeom prst="rect">
            <a:avLst/>
          </a:prstGeom>
        </p:spPr>
      </p:pic>
      <p:pic>
        <p:nvPicPr>
          <p:cNvPr id="4" name="Chart Placeholder 27" descr=""/>
          <p:cNvPicPr>
            <a:picLocks noGrp="1"/>
          </p:cNvPicPr>
          <p:nvPr>
            <p:ph type="chart" sz="quarter" idx="18"/>
          </p:nvPr>
        </p:nvPicPr>
        <p:blipFill>
          <a:blip cstate="print" r:embed="rId3"/>
          <a:stretch>
            <a:fillRect/>
          </a:stretch>
        </p:blipFill>
        <p:spPr>
          <a:xfrm>
            <a:off x="6493959" y="2046261"/>
            <a:ext cx="4879786" cy="3221804"/>
          </a:xfrm>
          <a:prstGeom prst="rect">
            <a:avLst/>
          </a:prstGeom>
        </p:spPr>
      </p:pic>
      <p:sp>
        <p:nvSpPr>
          <p:cNvPr id="5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</p:spPr>
        <p:txBody>
          <a:bodyPr/>
          <a:lstStyle/>
          <a:p>
            <a:r>
              <a:rPr/>
              <a:t>M&amp;HCV - H1 Domestic Sales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</p:spPr>
        <p:txBody>
          <a:bodyPr/>
          <a:lstStyle/>
          <a:p>
            <a:r>
              <a:rPr/>
              <a:t>LCV - H1 Domestic Sales</a:t>
            </a:r>
          </a:p>
        </p:txBody>
      </p:sp>
      <p:sp>
        <p:nvSpPr>
          <p:cNvPr id="9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14</a:t>
            </a:fld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Commercial Vehicles- Passengers &amp; Goods - H1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M&amp;HCV Passenger - H1 Domestic Sales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M&amp;HCV Goods - H1 Domestic Sales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LCV Passenger - H1 Domestic Sales 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LCV Goods - H1 Domestic Sales 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15</a:t>
            </a:fld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Three Wheelers - Passenger &amp; Goods - H1 Performance</a:t>
            </a:r>
          </a:p>
        </p:txBody>
      </p:sp>
      <p:pic>
        <p:nvPicPr>
          <p:cNvPr id="3" name="Chart Placeholder 25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4663" y="2046702"/>
            <a:ext cx="4859338" cy="3240000"/>
          </a:xfrm>
          <a:prstGeom prst="rect">
            <a:avLst/>
          </a:prstGeom>
        </p:spPr>
      </p:pic>
      <p:pic>
        <p:nvPicPr>
          <p:cNvPr id="4" name="Chart Placeholder 27" descr=""/>
          <p:cNvPicPr>
            <a:picLocks noGrp="1"/>
          </p:cNvPicPr>
          <p:nvPr>
            <p:ph type="chart" sz="quarter" idx="18"/>
          </p:nvPr>
        </p:nvPicPr>
        <p:blipFill>
          <a:blip cstate="print" r:embed="rId3"/>
          <a:stretch>
            <a:fillRect/>
          </a:stretch>
        </p:blipFill>
        <p:spPr>
          <a:xfrm>
            <a:off x="6493959" y="2046261"/>
            <a:ext cx="4879786" cy="3221804"/>
          </a:xfrm>
          <a:prstGeom prst="rect">
            <a:avLst/>
          </a:prstGeom>
        </p:spPr>
      </p:pic>
      <p:sp>
        <p:nvSpPr>
          <p:cNvPr id="5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</p:spPr>
        <p:txBody>
          <a:bodyPr/>
          <a:lstStyle/>
          <a:p>
            <a:r>
              <a:rPr/>
              <a:t>Three Wheeler - Passenger - H1 Domestic Sales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</p:spPr>
        <p:txBody>
          <a:bodyPr/>
          <a:lstStyle/>
          <a:p>
            <a:r>
              <a:rPr/>
              <a:t>Three Wheeler - Goods - H1 Domestic Sales</a:t>
            </a:r>
          </a:p>
        </p:txBody>
      </p:sp>
      <p:sp>
        <p:nvSpPr>
          <p:cNvPr id="9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16</a:t>
            </a:fld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Two Wheelers Sub-Category - H1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Two Wheeler - Scooters - H1 Performance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Two Wheeler - Motorcycles - H1 Performance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Two Wheeler - Mopeds - H1 Performance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17</a:t>
            </a:fld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H1 Export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Passenger Vehicle Exports (H1)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Two-Wheeler Exports (H1)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Three-Wheeler Exports (H1)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Commercial Vehicle Exports (H1)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18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IIF MONTHLY REPORT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Calibri Light"/>
        <a:ea typeface=""/>
        <a:cs typeface=""/>
      </a:majorFont>
      <a:minorFont>
        <a:latin typeface="Avenir LT Std 35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SIAM" id="{BBFAB29D-AAA8-4AC3-9170-D6E0ADFA1E4B}" vid="{290168EC-8404-4ACF-A867-03CC3372D3F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34087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Arial</vt:lpstr>
      <vt:lpstr>Avenir LT Std 35 Light</vt:lpstr>
      <vt:lpstr>Avenir LT Std 45 Book</vt:lpstr>
      <vt:lpstr>Calibri</vt:lpstr>
      <vt:lpstr>NIIF MONTHLY REPORTS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Atanu Ganguli</dc:creator>
  <cp:lastModifiedBy/>
  <cp:revision>58</cp:revision>
  <cp:lastPrinted>2022-04-13T06:10:10Z</cp:lastPrinted>
  <dcterms:created xsi:type="dcterms:W3CDTF">2018-10-06T06:23:07Z</dcterms:created>
  <dcterms:modified xsi:type="dcterms:W3CDTF">2024-01-08T17:27:34Z</dcterms:modified>
</cp:coreProperties>
</file>