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a10931af8df900d3e537a1495027446e053b32f8.png"/>
<Relationship Id="rId3" Type="http://schemas.openxmlformats.org/officeDocument/2006/relationships/image" Target="../media/5fb7d5a22d1ce31faa381584b1ebb263639ae832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ad2e28196aa265cdaa712d9d4ec8f6e6417bfeb3.png"/>
<Relationship Id="rId3" Type="http://schemas.openxmlformats.org/officeDocument/2006/relationships/image" Target="../media/62900e4b6a87e7d5381d7019c78c1934bb8fcc97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-1.7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1,264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-13.0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2024-01-10T10:51:05Z</dcterms:modified>
</cp:coreProperties>
</file>