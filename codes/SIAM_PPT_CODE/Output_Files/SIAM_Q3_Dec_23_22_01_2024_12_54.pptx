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8000d6d42e3bb40d53762961ef6f2de91630e51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Q3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Q3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Q3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Q3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2024-01-22T12:56:55Z</dcterms:modified>
</cp:coreProperties>
</file>