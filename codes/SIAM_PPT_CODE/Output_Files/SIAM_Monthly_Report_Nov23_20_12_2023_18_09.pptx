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2" Type="http://schemas.openxmlformats.org/package/2006/relationships/metadata/thumbnail" Target="docProps/thumbnail.jpeg"/>
<Relationship Id="rId1" Type="http://schemas.openxmlformats.org/officeDocument/2006/relationships/officeDocument" Target="ppt/presentation.xml"/>
<Relationship Id="rId4" Type="http://schemas.openxmlformats.org/officeDocument/2006/relationships/extended-properties" Target="docProps/app.xml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2"/>
  </p:notesMasterIdLst>
  <p:handoutMasterIdLst>
    <p:handoutMasterId r:id="rId3"/>
  </p:handout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</p:sldIdLst>
  <p:sldSz cx="12192000" cy="6858000"/>
  <p:notesSz cx="6881813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7552" userDrawn="1">
          <p15:clr>
            <a:srgbClr val="A4A3A4"/>
          </p15:clr>
        </p15:guide>
        <p15:guide id="3" orient="horz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CHREKAR SHANKAR" initials="AS" lastIdx="3" clrIdx="0">
    <p:extLst>
      <p:ext uri="{19B8F6BF-5375-455C-9EA6-DF929625EA0E}">
        <p15:presenceInfo xmlns:p15="http://schemas.microsoft.com/office/powerpoint/2012/main" userId="S-1-5-21-2016222445-503979530-1859928627-44851" providerId="AD"/>
      </p:ext>
    </p:extLst>
  </p:cmAuthor>
  <p:cmAuthor id="2" name="ACHREKAR SHANKAR" initials="AS [2]" lastIdx="0" clrIdx="1">
    <p:extLst>
      <p:ext uri="{19B8F6BF-5375-455C-9EA6-DF929625EA0E}">
        <p15:presenceInfo xmlns:p15="http://schemas.microsoft.com/office/powerpoint/2012/main" userId="S::207181@mahindra.com::cf878e1a-6ad7-46c5-b6a0-70486b932942" providerId="AD"/>
      </p:ext>
    </p:extLst>
  </p:cmAuthor>
  <p:cmAuthor id="3" name="Jasleen Kaur" initials="JK" lastIdx="1" clrIdx="2">
    <p:extLst>
      <p:ext uri="{19B8F6BF-5375-455C-9EA6-DF929625EA0E}">
        <p15:presenceInfo xmlns:p15="http://schemas.microsoft.com/office/powerpoint/2012/main" userId="S::jasleen@siam.in::2b62ef12-f35d-481e-94d1-4742d6e44ed7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2ECB6"/>
    <a:srgbClr val="FF5050"/>
    <a:srgbClr val="294983"/>
    <a:srgbClr val="FFC1B3"/>
    <a:srgbClr val="33CC33"/>
    <a:srgbClr val="B2DE82"/>
    <a:srgbClr val="FF7979"/>
    <a:srgbClr val="FF00FF"/>
    <a:srgbClr val="FF745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080" autoAdjust="0"/>
    <p:restoredTop sz="94977" autoAdjust="0"/>
  </p:normalViewPr>
  <p:slideViewPr>
    <p:cSldViewPr snapToGrid="0">
      <p:cViewPr varScale="1">
        <p:scale>
          <a:sx n="86" d="100"/>
          <a:sy n="86" d="100"/>
        </p:scale>
        <p:origin x="739" y="58"/>
      </p:cViewPr>
      <p:guideLst>
        <p:guide pos="7552"/>
        <p:guide orient="horz" pos="2880"/>
      </p:guideLst>
    </p:cSldViewPr>
  </p:slideViewPr>
  <p:notesTextViewPr>
    <p:cViewPr>
      <p:scale>
        <a:sx n="125" d="100"/>
        <a:sy n="125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52" d="100"/>
          <a:sy n="52" d="100"/>
        </p:scale>
        <p:origin x="2940" y="66"/>
      </p:cViewPr>
      <p:guideLst/>
    </p:cSldViewPr>
  </p:notesViewPr>
  <p:gridSpacing cx="76200" cy="76200"/>
</p:viewPr>
</file>

<file path=ppt/_rels/presentation.xml.rels><?xml version="1.0" encoding="UTF-8" standalone="yes"?>

<Relationships  xmlns="http://schemas.openxmlformats.org/package/2006/relationships">
<Relationship Id="rId8" Type="http://schemas.openxmlformats.org/officeDocument/2006/relationships/tableStyles" Target="tableStyles.xml"/>
<Relationship Id="rId3" Type="http://schemas.openxmlformats.org/officeDocument/2006/relationships/handoutMaster" Target="handoutMasters/handoutMaster1.xml"/>
<Relationship Id="rId7" Type="http://schemas.openxmlformats.org/officeDocument/2006/relationships/theme" Target="theme/theme1.xml"/>
<Relationship Id="rId2" Type="http://schemas.openxmlformats.org/officeDocument/2006/relationships/notesMaster" Target="notesMasters/notesMaster1.xml"/>
<Relationship Id="rId1" Type="http://schemas.openxmlformats.org/officeDocument/2006/relationships/slideMaster" Target="slideMasters/slideMaster1.xml"/>
<Relationship Id="rId6" Type="http://schemas.openxmlformats.org/officeDocument/2006/relationships/viewProps" Target="viewProps.xml"/>
<Relationship Id="rId5" Type="http://schemas.openxmlformats.org/officeDocument/2006/relationships/presProps" Target="presProps.xml"/>
<Relationship Id="rId4" Type="http://schemas.openxmlformats.org/officeDocument/2006/relationships/commentAuthors" Target="commentAuthors.xml"/>
<Relationship Id="rId9" Type="http://schemas.openxmlformats.org/officeDocument/2006/relationships/slide" Target="slides/slide1.xml"/>
<Relationship Id="rId10" Type="http://schemas.openxmlformats.org/officeDocument/2006/relationships/slide" Target="slides/slide2.xml"/>
<Relationship Id="rId11" Type="http://schemas.openxmlformats.org/officeDocument/2006/relationships/slide" Target="slides/slide3.xml"/>
<Relationship Id="rId12" Type="http://schemas.openxmlformats.org/officeDocument/2006/relationships/slide" Target="slides/slide4.xml"/>
<Relationship Id="rId13" Type="http://schemas.openxmlformats.org/officeDocument/2006/relationships/slide" Target="slides/slide5.xml"/>
<Relationship Id="rId14" Type="http://schemas.openxmlformats.org/officeDocument/2006/relationships/slide" Target="slides/slide6.xml"/>
<Relationship Id="rId15" Type="http://schemas.openxmlformats.org/officeDocument/2006/relationships/slide" Target="slides/slide7.xml"/>
<Relationship Id="rId16" Type="http://schemas.openxmlformats.org/officeDocument/2006/relationships/slide" Target="slides/slide8.xml"/>
<Relationship Id="rId17" Type="http://schemas.openxmlformats.org/officeDocument/2006/relationships/slide" Target="slides/slide9.xml"/>
<Relationship Id="rId18" Type="http://schemas.openxmlformats.org/officeDocument/2006/relationships/slide" Target="slides/slide10.xml"/>
<Relationship Id="rId19" Type="http://schemas.openxmlformats.org/officeDocument/2006/relationships/slide" Target="slides/slide11.xml"/>
<Relationship Id="rId20" Type="http://schemas.openxmlformats.org/officeDocument/2006/relationships/slide" Target="slides/slide12.xml"/>
<Relationship Id="rId21" Type="http://schemas.openxmlformats.org/officeDocument/2006/relationships/slide" Target="slides/slide13.xml"/>
<Relationship Id="rId22" Type="http://schemas.openxmlformats.org/officeDocument/2006/relationships/slide" Target="slides/slide14.xml"/>
<Relationship Id="rId23" Type="http://schemas.openxmlformats.org/officeDocument/2006/relationships/slide" Target="slides/slide15.xml"/>
<Relationship Id="rId24" Type="http://schemas.openxmlformats.org/officeDocument/2006/relationships/slide" Target="slides/slide16.xml"/>
</Relationships>
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7ACF271-AF61-CCEC-DE75-52B24479E98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2913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C240FD-3952-77E0-C610-92A344B0B9F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97313" y="0"/>
            <a:ext cx="2982912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670EEE-C2C1-43E9-B6A6-18EEE2574FA0}" type="datetimeFigureOut">
              <a:rPr lang="en-ID" smtClean="0"/>
              <a:t>04/12/2023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90B11A-FB20-8265-A861-374E9B012CF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829675"/>
            <a:ext cx="2982913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15518984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2"/>
            <a:ext cx="2982714" cy="46668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97480" y="2"/>
            <a:ext cx="2982713" cy="46668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525ECC-4053-4C97-AA24-912CA7F8689C}" type="datetimeFigureOut">
              <a:rPr lang="en-US" smtClean="0"/>
              <a:t>12/4/2023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54050" y="1162050"/>
            <a:ext cx="5573713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7697" y="4473942"/>
            <a:ext cx="5506423" cy="366022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8829712"/>
            <a:ext cx="2982714" cy="46668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97480" y="8829712"/>
            <a:ext cx="2982713" cy="46668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BA5F14-84EF-4F59-AE16-1D79C45BE7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65751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_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3522DEF7-8648-46E6-874D-2070C8D5AD4A}"/>
              </a:ext>
            </a:extLst>
          </p:cNvPr>
          <p:cNvGrpSpPr/>
          <p:nvPr/>
        </p:nvGrpSpPr>
        <p:grpSpPr>
          <a:xfrm>
            <a:off x="4115745" y="304800"/>
            <a:ext cx="3928896" cy="1259592"/>
            <a:chOff x="3611729" y="530283"/>
            <a:chExt cx="1823355" cy="655559"/>
          </a:xfrm>
        </p:grpSpPr>
        <p:pic>
          <p:nvPicPr>
            <p:cNvPr id="8" name="Picture 7" descr="A picture containing clipart&#10;&#10;Description generated with very high confidence">
              <a:extLst>
                <a:ext uri="{FF2B5EF4-FFF2-40B4-BE49-F238E27FC236}">
                  <a16:creationId xmlns:a16="http://schemas.microsoft.com/office/drawing/2014/main" id="{6B0B0173-3DD0-4068-8F20-63AB63739B0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655" r="13655" b="26160"/>
            <a:stretch/>
          </p:blipFill>
          <p:spPr>
            <a:xfrm>
              <a:off x="3717381" y="530283"/>
              <a:ext cx="1555996" cy="388999"/>
            </a:xfrm>
            <a:prstGeom prst="rect">
              <a:avLst/>
            </a:prstGeom>
          </p:spPr>
        </p:pic>
        <p:pic>
          <p:nvPicPr>
            <p:cNvPr id="9" name="Picture 8" descr="A picture containing clipart&#10;&#10;Description generated with very high confidence">
              <a:extLst>
                <a:ext uri="{FF2B5EF4-FFF2-40B4-BE49-F238E27FC236}">
                  <a16:creationId xmlns:a16="http://schemas.microsoft.com/office/drawing/2014/main" id="{18EE9E47-0F8E-44DE-8E5B-7124999A432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7105" b="1798"/>
            <a:stretch/>
          </p:blipFill>
          <p:spPr>
            <a:xfrm>
              <a:off x="3758044" y="921339"/>
              <a:ext cx="1474669" cy="76566"/>
            </a:xfrm>
            <a:prstGeom prst="rect">
              <a:avLst/>
            </a:prstGeom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FC6EF1F-2434-4F6F-99B0-ADE598D0D398}"/>
                </a:ext>
              </a:extLst>
            </p:cNvPr>
            <p:cNvSpPr/>
            <p:nvPr/>
          </p:nvSpPr>
          <p:spPr>
            <a:xfrm>
              <a:off x="3611729" y="1009640"/>
              <a:ext cx="1823355" cy="17620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IN" sz="1600" b="1" i="1" dirty="0">
                  <a:solidFill>
                    <a:srgbClr val="138742"/>
                  </a:solidFill>
                  <a:effectLst/>
                  <a:latin typeface="Arial" panose="020B0604020202020204" pitchFamily="34" charset="0"/>
                  <a:ea typeface="Calibri" panose="020F0502020204030204" pitchFamily="34" charset="0"/>
                </a:rPr>
                <a:t>Building the Nation, Responsibly</a:t>
              </a:r>
              <a:endParaRPr lang="en-US" sz="1600" i="1" dirty="0"/>
            </a:p>
          </p:txBody>
        </p:sp>
      </p:grpSp>
      <p:sp>
        <p:nvSpPr>
          <p:cNvPr id="12" name="Title 11">
            <a:extLst>
              <a:ext uri="{FF2B5EF4-FFF2-40B4-BE49-F238E27FC236}">
                <a16:creationId xmlns:a16="http://schemas.microsoft.com/office/drawing/2014/main" id="{314ED0AD-3B43-6D13-1A4B-60CE611BE3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5118" y="2630414"/>
            <a:ext cx="9310149" cy="671940"/>
          </a:xfrm>
        </p:spPr>
        <p:txBody>
          <a:bodyPr/>
          <a:lstStyle>
            <a:lvl1pPr algn="ctr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CE7326E1-6507-01D9-5820-EE793E485B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3F82A-F74D-4A60-B1B5-134C27F767D8}" type="datetimeFigureOut">
              <a:rPr lang="en-US" smtClean="0"/>
              <a:t>12/4/2023</a:t>
            </a:fld>
            <a:endParaRPr lang="en-US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222F9F3E-7565-53B7-D13F-34B6AF48E7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4C7C6-6BB8-4140-A7E1-E220926460AA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 Placeholder 12">
            <a:extLst>
              <a:ext uri="{FF2B5EF4-FFF2-40B4-BE49-F238E27FC236}">
                <a16:creationId xmlns:a16="http://schemas.microsoft.com/office/drawing/2014/main" id="{D794CCE7-EC7F-F169-A8B4-AC41F19688D7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378502" y="3555647"/>
            <a:ext cx="5434996" cy="3323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24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</p:spTree>
    <p:extLst>
      <p:ext uri="{BB962C8B-B14F-4D97-AF65-F5344CB8AC3E}">
        <p14:creationId xmlns:p14="http://schemas.microsoft.com/office/powerpoint/2010/main" val="39445853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ITH NAME 2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B680201-62E8-0FB0-60BD-C3705E49A2B3}"/>
              </a:ext>
            </a:extLst>
          </p:cNvPr>
          <p:cNvSpPr/>
          <p:nvPr userDrawn="1"/>
        </p:nvSpPr>
        <p:spPr>
          <a:xfrm>
            <a:off x="594804" y="1270825"/>
            <a:ext cx="5555990" cy="410904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468C60C7-4B41-4C08-A9E9-65DA7F3C64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6B725F-5D95-4426-955A-5CC87B0424AA}" type="slidenum">
              <a:rPr lang="en-IN" smtClean="0"/>
              <a:t>‹#›</a:t>
            </a:fld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27C593-DBAF-4695-919C-E0C049DABD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15" name="Chart Placeholder 25">
            <a:extLst>
              <a:ext uri="{FF2B5EF4-FFF2-40B4-BE49-F238E27FC236}">
                <a16:creationId xmlns:a16="http://schemas.microsoft.com/office/drawing/2014/main" id="{2B921735-ED83-48E3-A9F3-CDFC4E5BBB76}"/>
              </a:ext>
            </a:extLst>
          </p:cNvPr>
          <p:cNvSpPr>
            <a:spLocks noGrp="1"/>
          </p:cNvSpPr>
          <p:nvPr>
            <p:ph type="chart" sz="quarter" idx="17"/>
          </p:nvPr>
        </p:nvSpPr>
        <p:spPr>
          <a:xfrm>
            <a:off x="694663" y="2046702"/>
            <a:ext cx="4859338" cy="3240000"/>
          </a:xfrm>
          <a:prstGeom prst="rect">
            <a:avLst/>
          </a:prstGeom>
          <a:ln>
            <a:noFill/>
          </a:ln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16" name="Chart Placeholder 27">
            <a:extLst>
              <a:ext uri="{FF2B5EF4-FFF2-40B4-BE49-F238E27FC236}">
                <a16:creationId xmlns:a16="http://schemas.microsoft.com/office/drawing/2014/main" id="{6D1D8431-E499-4EBC-A4E8-CEAACAF068A9}"/>
              </a:ext>
            </a:extLst>
          </p:cNvPr>
          <p:cNvSpPr>
            <a:spLocks noGrp="1"/>
          </p:cNvSpPr>
          <p:nvPr>
            <p:ph type="chart" sz="quarter" idx="18"/>
          </p:nvPr>
        </p:nvSpPr>
        <p:spPr>
          <a:xfrm>
            <a:off x="6493959" y="2046261"/>
            <a:ext cx="4879786" cy="322180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ED6ABEB-581D-4774-B8F1-A5D27DE093A4}"/>
              </a:ext>
            </a:extLst>
          </p:cNvPr>
          <p:cNvCxnSpPr>
            <a:cxnSpLocks/>
          </p:cNvCxnSpPr>
          <p:nvPr userDrawn="1"/>
        </p:nvCxnSpPr>
        <p:spPr>
          <a:xfrm>
            <a:off x="6096000" y="1270825"/>
            <a:ext cx="0" cy="5220000"/>
          </a:xfrm>
          <a:prstGeom prst="line">
            <a:avLst/>
          </a:prstGeom>
          <a:ln w="6350">
            <a:solidFill>
              <a:schemeClr val="bg2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 Placeholder 12">
            <a:extLst>
              <a:ext uri="{FF2B5EF4-FFF2-40B4-BE49-F238E27FC236}">
                <a16:creationId xmlns:a16="http://schemas.microsoft.com/office/drawing/2014/main" id="{2D44A9C2-335D-4C37-A772-1E790A0015B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94663" y="1411401"/>
            <a:ext cx="5400000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22" name="Text Placeholder 12">
            <a:extLst>
              <a:ext uri="{FF2B5EF4-FFF2-40B4-BE49-F238E27FC236}">
                <a16:creationId xmlns:a16="http://schemas.microsoft.com/office/drawing/2014/main" id="{A5743FC4-795D-4F07-932C-7693552D4D9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4663" y="1714073"/>
            <a:ext cx="5399326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616923-67C3-FB94-AEFB-72B8B50BC6F3}"/>
              </a:ext>
            </a:extLst>
          </p:cNvPr>
          <p:cNvSpPr txBox="1"/>
          <p:nvPr userDrawn="1"/>
        </p:nvSpPr>
        <p:spPr>
          <a:xfrm>
            <a:off x="9880850" y="6490825"/>
            <a:ext cx="13434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(Numbers in ‘000)</a:t>
            </a:r>
            <a:endParaRPr lang="en-IN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E32096F-EB93-A504-6E71-5AD7E6C113EB}"/>
              </a:ext>
            </a:extLst>
          </p:cNvPr>
          <p:cNvSpPr/>
          <p:nvPr userDrawn="1"/>
        </p:nvSpPr>
        <p:spPr>
          <a:xfrm>
            <a:off x="6415964" y="1270825"/>
            <a:ext cx="5555990" cy="410904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958D0E34-F511-341F-5749-4B4544F86D72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493959" y="1411401"/>
            <a:ext cx="5400000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ED90D60B-260A-58ED-0A16-FC96E86540A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501287" y="1685947"/>
            <a:ext cx="5399326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3" name="Footer Placeholder 32">
            <a:extLst>
              <a:ext uri="{FF2B5EF4-FFF2-40B4-BE49-F238E27FC236}">
                <a16:creationId xmlns:a16="http://schemas.microsoft.com/office/drawing/2014/main" id="{C7E290A3-5E50-50DB-DA99-3663764F90A1}"/>
              </a:ext>
            </a:extLst>
          </p:cNvPr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>
            <a:lvl1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175468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B680201-62E8-0FB0-60BD-C3705E49A2B3}"/>
              </a:ext>
            </a:extLst>
          </p:cNvPr>
          <p:cNvSpPr/>
          <p:nvPr userDrawn="1"/>
        </p:nvSpPr>
        <p:spPr>
          <a:xfrm>
            <a:off x="3160450" y="1670321"/>
            <a:ext cx="5555990" cy="410904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468C60C7-4B41-4C08-A9E9-65DA7F3C64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6B725F-5D95-4426-955A-5CC87B0424AA}" type="slidenum">
              <a:rPr lang="en-IN" smtClean="0"/>
              <a:t>‹#›</a:t>
            </a:fld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27C593-DBAF-4695-919C-E0C049DABD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15" name="Chart Placeholder 25">
            <a:extLst>
              <a:ext uri="{FF2B5EF4-FFF2-40B4-BE49-F238E27FC236}">
                <a16:creationId xmlns:a16="http://schemas.microsoft.com/office/drawing/2014/main" id="{2B921735-ED83-48E3-A9F3-CDFC4E5BBB76}"/>
              </a:ext>
            </a:extLst>
          </p:cNvPr>
          <p:cNvSpPr>
            <a:spLocks noGrp="1"/>
          </p:cNvSpPr>
          <p:nvPr>
            <p:ph type="chart" sz="quarter" idx="17"/>
          </p:nvPr>
        </p:nvSpPr>
        <p:spPr>
          <a:xfrm>
            <a:off x="3260309" y="2446198"/>
            <a:ext cx="4859338" cy="3240000"/>
          </a:xfrm>
          <a:prstGeom prst="rect">
            <a:avLst/>
          </a:prstGeom>
          <a:ln>
            <a:noFill/>
          </a:ln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ED6ABEB-581D-4774-B8F1-A5D27DE093A4}"/>
              </a:ext>
            </a:extLst>
          </p:cNvPr>
          <p:cNvCxnSpPr>
            <a:cxnSpLocks/>
          </p:cNvCxnSpPr>
          <p:nvPr userDrawn="1"/>
        </p:nvCxnSpPr>
        <p:spPr>
          <a:xfrm>
            <a:off x="6096000" y="1270825"/>
            <a:ext cx="0" cy="5220000"/>
          </a:xfrm>
          <a:prstGeom prst="line">
            <a:avLst/>
          </a:prstGeom>
          <a:ln w="6350">
            <a:solidFill>
              <a:schemeClr val="bg2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 Placeholder 12">
            <a:extLst>
              <a:ext uri="{FF2B5EF4-FFF2-40B4-BE49-F238E27FC236}">
                <a16:creationId xmlns:a16="http://schemas.microsoft.com/office/drawing/2014/main" id="{2D44A9C2-335D-4C37-A772-1E790A0015B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260309" y="1810897"/>
            <a:ext cx="5400000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22" name="Text Placeholder 12">
            <a:extLst>
              <a:ext uri="{FF2B5EF4-FFF2-40B4-BE49-F238E27FC236}">
                <a16:creationId xmlns:a16="http://schemas.microsoft.com/office/drawing/2014/main" id="{A5743FC4-795D-4F07-932C-7693552D4D9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260309" y="2113569"/>
            <a:ext cx="5399326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616923-67C3-FB94-AEFB-72B8B50BC6F3}"/>
              </a:ext>
            </a:extLst>
          </p:cNvPr>
          <p:cNvSpPr txBox="1"/>
          <p:nvPr userDrawn="1"/>
        </p:nvSpPr>
        <p:spPr>
          <a:xfrm>
            <a:off x="9880850" y="6490825"/>
            <a:ext cx="13434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(Numbers in ‘000)</a:t>
            </a:r>
            <a:endParaRPr lang="en-IN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Footer Placeholder 32">
            <a:extLst>
              <a:ext uri="{FF2B5EF4-FFF2-40B4-BE49-F238E27FC236}">
                <a16:creationId xmlns:a16="http://schemas.microsoft.com/office/drawing/2014/main" id="{2B0EFDB0-62D2-7897-8892-E4AAB0068C44}"/>
              </a:ext>
            </a:extLst>
          </p:cNvPr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>
            <a:lvl1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723113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65989ADF-5DAE-4DE2-BF2F-974B5F1F7A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6B725F-5D95-4426-955A-5CC87B0424AA}" type="slidenum">
              <a:rPr lang="en-IN" smtClean="0"/>
              <a:t>‹#›</a:t>
            </a:fld>
            <a:endParaRPr lang="en-IN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BD645EB-3180-480E-8379-EAE29A4A15D8}"/>
              </a:ext>
            </a:extLst>
          </p:cNvPr>
          <p:cNvCxnSpPr>
            <a:cxnSpLocks/>
          </p:cNvCxnSpPr>
          <p:nvPr userDrawn="1"/>
        </p:nvCxnSpPr>
        <p:spPr>
          <a:xfrm>
            <a:off x="2429523" y="249893"/>
            <a:ext cx="0" cy="2556000"/>
          </a:xfrm>
          <a:prstGeom prst="line">
            <a:avLst/>
          </a:prstGeom>
          <a:ln w="6350">
            <a:solidFill>
              <a:schemeClr val="bg2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3A0B8405-00E0-48B1-96BA-431B984D22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2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 Click to edit Master title style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FB9287-CD22-5C09-6AA9-05E243C7C68F}"/>
              </a:ext>
            </a:extLst>
          </p:cNvPr>
          <p:cNvSpPr txBox="1"/>
          <p:nvPr userDrawn="1"/>
        </p:nvSpPr>
        <p:spPr>
          <a:xfrm>
            <a:off x="9880850" y="6490825"/>
            <a:ext cx="13434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(Numbers in ‘000)</a:t>
            </a:r>
            <a:endParaRPr lang="en-IN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2FC16A5-5C22-28D1-17CE-9C9CCADCF2A7}"/>
              </a:ext>
            </a:extLst>
          </p:cNvPr>
          <p:cNvSpPr/>
          <p:nvPr userDrawn="1"/>
        </p:nvSpPr>
        <p:spPr>
          <a:xfrm>
            <a:off x="448755" y="912382"/>
            <a:ext cx="5528108" cy="261357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 Placeholder 12">
            <a:extLst>
              <a:ext uri="{FF2B5EF4-FFF2-40B4-BE49-F238E27FC236}">
                <a16:creationId xmlns:a16="http://schemas.microsoft.com/office/drawing/2014/main" id="{3FCCD59B-7CCE-F937-BDD3-9D0F67B5A931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44258" y="1009203"/>
            <a:ext cx="5289839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293A3B18-FFD0-3FB1-DBAC-9A1C3998BCE0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44258" y="1268278"/>
            <a:ext cx="5289837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15" name="Chart Placeholder 17">
            <a:extLst>
              <a:ext uri="{FF2B5EF4-FFF2-40B4-BE49-F238E27FC236}">
                <a16:creationId xmlns:a16="http://schemas.microsoft.com/office/drawing/2014/main" id="{492AD86A-81A4-E37F-3CDE-4B3780C67FED}"/>
              </a:ext>
            </a:extLst>
          </p:cNvPr>
          <p:cNvSpPr>
            <a:spLocks noGrp="1"/>
          </p:cNvSpPr>
          <p:nvPr>
            <p:ph type="chart" sz="quarter" idx="38"/>
          </p:nvPr>
        </p:nvSpPr>
        <p:spPr>
          <a:xfrm>
            <a:off x="644258" y="1590632"/>
            <a:ext cx="4933089" cy="17917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579CBB8-F02C-7408-031B-3329D5C84BEF}"/>
              </a:ext>
            </a:extLst>
          </p:cNvPr>
          <p:cNvSpPr/>
          <p:nvPr userDrawn="1"/>
        </p:nvSpPr>
        <p:spPr>
          <a:xfrm>
            <a:off x="6290521" y="912382"/>
            <a:ext cx="5528108" cy="261357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Text Placeholder 12">
            <a:extLst>
              <a:ext uri="{FF2B5EF4-FFF2-40B4-BE49-F238E27FC236}">
                <a16:creationId xmlns:a16="http://schemas.microsoft.com/office/drawing/2014/main" id="{C48CC3C2-2989-DDE1-E434-32920891B8E1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486024" y="1009203"/>
            <a:ext cx="5289839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33" name="Text Placeholder 12">
            <a:extLst>
              <a:ext uri="{FF2B5EF4-FFF2-40B4-BE49-F238E27FC236}">
                <a16:creationId xmlns:a16="http://schemas.microsoft.com/office/drawing/2014/main" id="{6ABB80C3-5F74-5D32-1B26-4BCB9DADB8E8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6486024" y="1268278"/>
            <a:ext cx="5289837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34" name="Chart Placeholder 17">
            <a:extLst>
              <a:ext uri="{FF2B5EF4-FFF2-40B4-BE49-F238E27FC236}">
                <a16:creationId xmlns:a16="http://schemas.microsoft.com/office/drawing/2014/main" id="{119FF1AD-0F45-A234-28A9-46D387940E55}"/>
              </a:ext>
            </a:extLst>
          </p:cNvPr>
          <p:cNvSpPr>
            <a:spLocks noGrp="1"/>
          </p:cNvSpPr>
          <p:nvPr>
            <p:ph type="chart" sz="quarter" idx="41"/>
          </p:nvPr>
        </p:nvSpPr>
        <p:spPr>
          <a:xfrm>
            <a:off x="6486024" y="1590632"/>
            <a:ext cx="4933089" cy="17917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985D28A-41E5-A940-B5AB-2DE9FB767CE3}"/>
              </a:ext>
            </a:extLst>
          </p:cNvPr>
          <p:cNvSpPr/>
          <p:nvPr userDrawn="1"/>
        </p:nvSpPr>
        <p:spPr>
          <a:xfrm>
            <a:off x="3406499" y="3701603"/>
            <a:ext cx="5528108" cy="261357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6" name="Text Placeholder 12">
            <a:extLst>
              <a:ext uri="{FF2B5EF4-FFF2-40B4-BE49-F238E27FC236}">
                <a16:creationId xmlns:a16="http://schemas.microsoft.com/office/drawing/2014/main" id="{833E063B-26F1-4AB3-7621-531E0B9FCD32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3602002" y="3798424"/>
            <a:ext cx="5289839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37" name="Text Placeholder 12">
            <a:extLst>
              <a:ext uri="{FF2B5EF4-FFF2-40B4-BE49-F238E27FC236}">
                <a16:creationId xmlns:a16="http://schemas.microsoft.com/office/drawing/2014/main" id="{C425FF2F-2307-040A-E7AC-8D5E672B04E5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3602002" y="4057499"/>
            <a:ext cx="5289837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38" name="Chart Placeholder 17">
            <a:extLst>
              <a:ext uri="{FF2B5EF4-FFF2-40B4-BE49-F238E27FC236}">
                <a16:creationId xmlns:a16="http://schemas.microsoft.com/office/drawing/2014/main" id="{DDC6AA25-8FCA-BCEF-CC1F-0A13560A0568}"/>
              </a:ext>
            </a:extLst>
          </p:cNvPr>
          <p:cNvSpPr>
            <a:spLocks noGrp="1"/>
          </p:cNvSpPr>
          <p:nvPr>
            <p:ph type="chart" sz="quarter" idx="44"/>
          </p:nvPr>
        </p:nvSpPr>
        <p:spPr>
          <a:xfrm>
            <a:off x="3602002" y="4379853"/>
            <a:ext cx="4933089" cy="17917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39" name="Footer Placeholder 32">
            <a:extLst>
              <a:ext uri="{FF2B5EF4-FFF2-40B4-BE49-F238E27FC236}">
                <a16:creationId xmlns:a16="http://schemas.microsoft.com/office/drawing/2014/main" id="{4CEB89B2-F75A-BDE1-2635-E4CCC76E6EC1}"/>
              </a:ext>
            </a:extLst>
          </p:cNvPr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>
            <a:lvl1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9050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537D1648-FA81-4237-B407-DA8B918760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2629" y="6559230"/>
            <a:ext cx="3960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6B725F-5D95-4426-955A-5CC87B0424AA}" type="slidenum">
              <a:rPr lang="en-IN" smtClean="0"/>
              <a:t>‹#›</a:t>
            </a:fld>
            <a:endParaRPr lang="en-IN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ABFACB1-9509-47EF-A1F4-35B89247EB92}"/>
              </a:ext>
            </a:extLst>
          </p:cNvPr>
          <p:cNvCxnSpPr>
            <a:cxnSpLocks/>
          </p:cNvCxnSpPr>
          <p:nvPr userDrawn="1"/>
        </p:nvCxnSpPr>
        <p:spPr>
          <a:xfrm>
            <a:off x="6096000" y="1270825"/>
            <a:ext cx="0" cy="5220000"/>
          </a:xfrm>
          <a:prstGeom prst="line">
            <a:avLst/>
          </a:prstGeom>
          <a:ln w="6350">
            <a:solidFill>
              <a:schemeClr val="bg2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A679D71-254B-43F0-9EEC-7759D1187CD0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6096000" y="-1569848"/>
            <a:ext cx="0" cy="10800000"/>
          </a:xfrm>
          <a:prstGeom prst="line">
            <a:avLst/>
          </a:prstGeom>
          <a:ln w="6350">
            <a:solidFill>
              <a:schemeClr val="bg2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hart Placeholder 17">
            <a:extLst>
              <a:ext uri="{FF2B5EF4-FFF2-40B4-BE49-F238E27FC236}">
                <a16:creationId xmlns:a16="http://schemas.microsoft.com/office/drawing/2014/main" id="{8730E1B9-8375-4E88-AD15-E7688F2E5210}"/>
              </a:ext>
            </a:extLst>
          </p:cNvPr>
          <p:cNvSpPr>
            <a:spLocks noGrp="1"/>
          </p:cNvSpPr>
          <p:nvPr>
            <p:ph type="chart" sz="quarter" idx="17"/>
          </p:nvPr>
        </p:nvSpPr>
        <p:spPr>
          <a:xfrm>
            <a:off x="695325" y="1563950"/>
            <a:ext cx="4710400" cy="17472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BA34E6-9426-4629-86D5-A1AFF6384B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29" name="Text Placeholder 12">
            <a:extLst>
              <a:ext uri="{FF2B5EF4-FFF2-40B4-BE49-F238E27FC236}">
                <a16:creationId xmlns:a16="http://schemas.microsoft.com/office/drawing/2014/main" id="{80C24745-5451-4720-A07F-45C9D0B6E39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95325" y="1082251"/>
            <a:ext cx="5234429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30" name="Text Placeholder 12">
            <a:extLst>
              <a:ext uri="{FF2B5EF4-FFF2-40B4-BE49-F238E27FC236}">
                <a16:creationId xmlns:a16="http://schemas.microsoft.com/office/drawing/2014/main" id="{574386E0-C4E6-415A-8BD6-1289C3DAC35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5003" y="1259349"/>
            <a:ext cx="5234424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140277F-90C9-F325-1E90-0769742DB294}"/>
              </a:ext>
            </a:extLst>
          </p:cNvPr>
          <p:cNvSpPr/>
          <p:nvPr userDrawn="1"/>
        </p:nvSpPr>
        <p:spPr>
          <a:xfrm>
            <a:off x="599468" y="967013"/>
            <a:ext cx="5363100" cy="246893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Chart Placeholder 17">
            <a:extLst>
              <a:ext uri="{FF2B5EF4-FFF2-40B4-BE49-F238E27FC236}">
                <a16:creationId xmlns:a16="http://schemas.microsoft.com/office/drawing/2014/main" id="{2795E81C-5D11-1233-43A3-0C568450DE8A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695325" y="4237608"/>
            <a:ext cx="4710400" cy="17472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941A27B2-C711-3E55-574F-95CDEB7E814F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95325" y="3755909"/>
            <a:ext cx="5234429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6" name="Text Placeholder 12">
            <a:extLst>
              <a:ext uri="{FF2B5EF4-FFF2-40B4-BE49-F238E27FC236}">
                <a16:creationId xmlns:a16="http://schemas.microsoft.com/office/drawing/2014/main" id="{3707E330-B5A0-1FCB-BD47-0690CDDCABDD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695003" y="3933007"/>
            <a:ext cx="5234424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80A581D-3885-D451-5203-EB99448E1F0F}"/>
              </a:ext>
            </a:extLst>
          </p:cNvPr>
          <p:cNvSpPr/>
          <p:nvPr userDrawn="1"/>
        </p:nvSpPr>
        <p:spPr>
          <a:xfrm>
            <a:off x="599468" y="3640671"/>
            <a:ext cx="5363100" cy="246893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Chart Placeholder 17">
            <a:extLst>
              <a:ext uri="{FF2B5EF4-FFF2-40B4-BE49-F238E27FC236}">
                <a16:creationId xmlns:a16="http://schemas.microsoft.com/office/drawing/2014/main" id="{9B4C0AA5-3CEF-0D1B-7113-D686BAE33791}"/>
              </a:ext>
            </a:extLst>
          </p:cNvPr>
          <p:cNvSpPr>
            <a:spLocks noGrp="1"/>
          </p:cNvSpPr>
          <p:nvPr>
            <p:ph type="chart" sz="quarter" idx="43"/>
          </p:nvPr>
        </p:nvSpPr>
        <p:spPr>
          <a:xfrm>
            <a:off x="6551386" y="4237608"/>
            <a:ext cx="4710400" cy="17472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20" name="Text Placeholder 12">
            <a:extLst>
              <a:ext uri="{FF2B5EF4-FFF2-40B4-BE49-F238E27FC236}">
                <a16:creationId xmlns:a16="http://schemas.microsoft.com/office/drawing/2014/main" id="{9C364C4E-1DA0-C650-4626-A938485E17AA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6551386" y="3755909"/>
            <a:ext cx="5234429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22" name="Text Placeholder 12">
            <a:extLst>
              <a:ext uri="{FF2B5EF4-FFF2-40B4-BE49-F238E27FC236}">
                <a16:creationId xmlns:a16="http://schemas.microsoft.com/office/drawing/2014/main" id="{17733AE3-3EAA-6D38-3A68-65559D100ED3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6551064" y="3933007"/>
            <a:ext cx="5234424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6FA177F-D9FF-60AC-29F8-F70564BBF994}"/>
              </a:ext>
            </a:extLst>
          </p:cNvPr>
          <p:cNvSpPr/>
          <p:nvPr userDrawn="1"/>
        </p:nvSpPr>
        <p:spPr>
          <a:xfrm>
            <a:off x="6455529" y="3640671"/>
            <a:ext cx="5363100" cy="246893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Chart Placeholder 17">
            <a:extLst>
              <a:ext uri="{FF2B5EF4-FFF2-40B4-BE49-F238E27FC236}">
                <a16:creationId xmlns:a16="http://schemas.microsoft.com/office/drawing/2014/main" id="{472E3B84-F415-25E8-807B-2CA952606F56}"/>
              </a:ext>
            </a:extLst>
          </p:cNvPr>
          <p:cNvSpPr>
            <a:spLocks noGrp="1"/>
          </p:cNvSpPr>
          <p:nvPr>
            <p:ph type="chart" sz="quarter" idx="46"/>
          </p:nvPr>
        </p:nvSpPr>
        <p:spPr>
          <a:xfrm>
            <a:off x="6551386" y="1563950"/>
            <a:ext cx="4710400" cy="17472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26" name="Text Placeholder 12">
            <a:extLst>
              <a:ext uri="{FF2B5EF4-FFF2-40B4-BE49-F238E27FC236}">
                <a16:creationId xmlns:a16="http://schemas.microsoft.com/office/drawing/2014/main" id="{8DF7401A-5C0D-F65C-55ED-12DE107F2F2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6551386" y="1082251"/>
            <a:ext cx="5234429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28" name="Text Placeholder 12">
            <a:extLst>
              <a:ext uri="{FF2B5EF4-FFF2-40B4-BE49-F238E27FC236}">
                <a16:creationId xmlns:a16="http://schemas.microsoft.com/office/drawing/2014/main" id="{CE9C3E4B-81CA-4657-65AC-DB60B8F24B50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6551064" y="1259349"/>
            <a:ext cx="5234424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A3142E5-6560-3F7B-94A2-FCEB6C397317}"/>
              </a:ext>
            </a:extLst>
          </p:cNvPr>
          <p:cNvSpPr/>
          <p:nvPr userDrawn="1"/>
        </p:nvSpPr>
        <p:spPr>
          <a:xfrm>
            <a:off x="6455529" y="967013"/>
            <a:ext cx="5363100" cy="246893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DD0DEBA-3B3F-19CD-BA07-038084980EC2}"/>
              </a:ext>
            </a:extLst>
          </p:cNvPr>
          <p:cNvSpPr txBox="1"/>
          <p:nvPr userDrawn="1"/>
        </p:nvSpPr>
        <p:spPr>
          <a:xfrm>
            <a:off x="9893699" y="6490825"/>
            <a:ext cx="13434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(Numbers in ‘000)</a:t>
            </a:r>
            <a:endParaRPr lang="en-IN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Footer Placeholder 32">
            <a:extLst>
              <a:ext uri="{FF2B5EF4-FFF2-40B4-BE49-F238E27FC236}">
                <a16:creationId xmlns:a16="http://schemas.microsoft.com/office/drawing/2014/main" id="{E83037D8-AEA3-ABD5-4F7A-CC5D4F2E4416}"/>
              </a:ext>
            </a:extLst>
          </p:cNvPr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>
            <a:lvl1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844066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LE_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65822B-36A6-46EA-AB81-9095A9B7E4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" y="85900"/>
            <a:ext cx="9310149" cy="58603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3" name="Table Placeholder 12">
            <a:extLst>
              <a:ext uri="{FF2B5EF4-FFF2-40B4-BE49-F238E27FC236}">
                <a16:creationId xmlns:a16="http://schemas.microsoft.com/office/drawing/2014/main" id="{B14FAFF4-EE07-46FD-B177-1014B58741B7}"/>
              </a:ext>
            </a:extLst>
          </p:cNvPr>
          <p:cNvSpPr>
            <a:spLocks noGrp="1"/>
          </p:cNvSpPr>
          <p:nvPr>
            <p:ph type="tbl" sz="quarter" idx="20"/>
          </p:nvPr>
        </p:nvSpPr>
        <p:spPr>
          <a:xfrm>
            <a:off x="1235999" y="1549838"/>
            <a:ext cx="9556690" cy="20044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7F385210-86CA-49D4-B11F-B4E23B287CD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236000" y="1228748"/>
            <a:ext cx="9556690" cy="1628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400" b="1">
                <a:solidFill>
                  <a:schemeClr val="tx1"/>
                </a:solidFill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3" name="Table Placeholder 12">
            <a:extLst>
              <a:ext uri="{FF2B5EF4-FFF2-40B4-BE49-F238E27FC236}">
                <a16:creationId xmlns:a16="http://schemas.microsoft.com/office/drawing/2014/main" id="{604D515D-461B-B6BE-D2B7-3B42C98E42F2}"/>
              </a:ext>
            </a:extLst>
          </p:cNvPr>
          <p:cNvSpPr>
            <a:spLocks noGrp="1"/>
          </p:cNvSpPr>
          <p:nvPr>
            <p:ph type="tbl" sz="quarter" idx="35"/>
          </p:nvPr>
        </p:nvSpPr>
        <p:spPr>
          <a:xfrm>
            <a:off x="1235999" y="4308948"/>
            <a:ext cx="9556690" cy="166061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4EEA3B46-1BFF-A3C7-C3F2-8B1A7573FFE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235999" y="3986179"/>
            <a:ext cx="9556690" cy="1628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400" b="1">
                <a:solidFill>
                  <a:schemeClr val="tx1"/>
                </a:solidFill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4" name="Footer Placeholder 32">
            <a:extLst>
              <a:ext uri="{FF2B5EF4-FFF2-40B4-BE49-F238E27FC236}">
                <a16:creationId xmlns:a16="http://schemas.microsoft.com/office/drawing/2014/main" id="{7EE9201D-2AAC-3D96-FFAD-CEFD8B987786}"/>
              </a:ext>
            </a:extLst>
          </p:cNvPr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>
            <a:lvl1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853ECBB-92DB-02A0-5F5D-53558F04D02C}"/>
              </a:ext>
            </a:extLst>
          </p:cNvPr>
          <p:cNvSpPr txBox="1"/>
          <p:nvPr userDrawn="1"/>
        </p:nvSpPr>
        <p:spPr>
          <a:xfrm>
            <a:off x="9893699" y="6490825"/>
            <a:ext cx="13434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(Numbers in ‘000)</a:t>
            </a:r>
            <a:endParaRPr lang="en-IN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7862FD91-D285-7FA3-2F83-51238B19F9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2629" y="6559230"/>
            <a:ext cx="3960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6B725F-5D95-4426-955A-5CC87B0424A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591349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425F0A-9D54-AE1D-C584-29A5A885B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4C7C6-6BB8-4140-A7E1-E220926460A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E9542751-D764-2730-8990-7B1ACB9371B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478785" y="3266904"/>
            <a:ext cx="5234429" cy="2438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44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5842234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2.jpe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200" y="0"/>
            <a:ext cx="9310149" cy="6719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910146"/>
            <a:ext cx="11570544" cy="52295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52400" y="64008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73F82A-F74D-4A60-B1B5-134C27F767D8}" type="datetimeFigureOut">
              <a:rPr lang="en-US" smtClean="0"/>
              <a:t>12/4/2023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14800" y="644633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64882" y="6445245"/>
            <a:ext cx="187471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F4C7C6-6BB8-4140-A7E1-E220926460AA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DA1FCB7-EEBB-41C6-9F95-5DD9FC9BE286}"/>
              </a:ext>
            </a:extLst>
          </p:cNvPr>
          <p:cNvCxnSpPr>
            <a:cxnSpLocks/>
          </p:cNvCxnSpPr>
          <p:nvPr/>
        </p:nvCxnSpPr>
        <p:spPr>
          <a:xfrm>
            <a:off x="-19312" y="710846"/>
            <a:ext cx="12192000" cy="0"/>
          </a:xfrm>
          <a:prstGeom prst="line">
            <a:avLst/>
          </a:prstGeom>
          <a:ln w="38100" cmpd="sng">
            <a:solidFill>
              <a:schemeClr val="accent1">
                <a:lumMod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93B2852-C473-4D24-9E55-8CEE0D9E0BD2}"/>
              </a:ext>
            </a:extLst>
          </p:cNvPr>
          <p:cNvCxnSpPr>
            <a:cxnSpLocks/>
          </p:cNvCxnSpPr>
          <p:nvPr/>
        </p:nvCxnSpPr>
        <p:spPr>
          <a:xfrm flipH="1">
            <a:off x="9882913" y="5"/>
            <a:ext cx="9235" cy="703115"/>
          </a:xfrm>
          <a:prstGeom prst="line">
            <a:avLst/>
          </a:prstGeom>
          <a:ln w="38100" cmpd="sng">
            <a:solidFill>
              <a:schemeClr val="accent1">
                <a:lumMod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D203BBB4-E680-4BEA-B6D6-5C747063AD3C}"/>
              </a:ext>
            </a:extLst>
          </p:cNvPr>
          <p:cNvGrpSpPr/>
          <p:nvPr/>
        </p:nvGrpSpPr>
        <p:grpSpPr>
          <a:xfrm>
            <a:off x="10164882" y="74613"/>
            <a:ext cx="1726697" cy="623204"/>
            <a:chOff x="3488418" y="610288"/>
            <a:chExt cx="2133600" cy="1030168"/>
          </a:xfrm>
        </p:grpSpPr>
        <p:pic>
          <p:nvPicPr>
            <p:cNvPr id="11" name="Picture 10" descr="A picture containing clipart&#10;&#10;Description generated with very high confidence">
              <a:extLst>
                <a:ext uri="{FF2B5EF4-FFF2-40B4-BE49-F238E27FC236}">
                  <a16:creationId xmlns:a16="http://schemas.microsoft.com/office/drawing/2014/main" id="{D94B3933-ECDC-43D4-9C0B-3AF18EA9C9C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655" r="13655" b="26160"/>
            <a:stretch/>
          </p:blipFill>
          <p:spPr>
            <a:xfrm>
              <a:off x="3488418" y="610288"/>
              <a:ext cx="2133600" cy="620034"/>
            </a:xfrm>
            <a:prstGeom prst="rect">
              <a:avLst/>
            </a:prstGeom>
          </p:spPr>
        </p:pic>
        <p:pic>
          <p:nvPicPr>
            <p:cNvPr id="12" name="Picture 11" descr="A picture containing clipart&#10;&#10;Description generated with very high confidence">
              <a:extLst>
                <a:ext uri="{FF2B5EF4-FFF2-40B4-BE49-F238E27FC236}">
                  <a16:creationId xmlns:a16="http://schemas.microsoft.com/office/drawing/2014/main" id="{1F3980BD-D41C-4A48-A371-FB4385D4B73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7105" b="1798"/>
            <a:stretch/>
          </p:blipFill>
          <p:spPr>
            <a:xfrm>
              <a:off x="3666304" y="1223445"/>
              <a:ext cx="1773291" cy="145226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3AE399A-2D76-4436-BFCC-CD16D1A1B994}"/>
                </a:ext>
              </a:extLst>
            </p:cNvPr>
            <p:cNvSpPr/>
            <p:nvPr/>
          </p:nvSpPr>
          <p:spPr>
            <a:xfrm>
              <a:off x="3503939" y="1297043"/>
              <a:ext cx="2098018" cy="34341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IN" sz="750" b="1" i="1" dirty="0">
                  <a:solidFill>
                    <a:srgbClr val="138742"/>
                  </a:solidFill>
                  <a:effectLst/>
                  <a:latin typeface="Arial" panose="020B0604020202020204" pitchFamily="34" charset="0"/>
                  <a:ea typeface="Calibri" panose="020F0502020204030204" pitchFamily="34" charset="0"/>
                </a:rPr>
                <a:t>Building the Nation, Responsibly</a:t>
              </a:r>
              <a:endParaRPr lang="en-US" sz="750" i="1" dirty="0"/>
            </a:p>
          </p:txBody>
        </p:sp>
      </p:grpSp>
    </p:spTree>
    <p:extLst>
      <p:ext uri="{BB962C8B-B14F-4D97-AF65-F5344CB8AC3E}">
        <p14:creationId xmlns:p14="http://schemas.microsoft.com/office/powerpoint/2010/main" val="23837720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90" r:id="rId2"/>
    <p:sldLayoutId id="2147483693" r:id="rId3"/>
    <p:sldLayoutId id="2147483691" r:id="rId4"/>
    <p:sldLayoutId id="2147483692" r:id="rId5"/>
    <p:sldLayoutId id="2147483694" r:id="rId6"/>
    <p:sldLayoutId id="2147483695" r:id="rId7"/>
  </p:sldLayoutIdLst>
  <p:txStyles>
    <p:titleStyle>
      <a:lvl1pPr algn="l" defTabSz="685783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Avenir LT Std 45 Book" panose="020B0502020203020204" pitchFamily="34" charset="0"/>
          <a:ea typeface="+mj-ea"/>
          <a:cs typeface="+mj-cs"/>
        </a:defRPr>
      </a:lvl1pPr>
    </p:titleStyle>
    <p:bodyStyle>
      <a:lvl1pPr marL="171446" indent="-171446" algn="l" defTabSz="685783" rtl="0" eaLnBrk="1" latinLnBrk="0" hangingPunct="1">
        <a:lnSpc>
          <a:spcPct val="90000"/>
        </a:lnSpc>
        <a:spcBef>
          <a:spcPts val="751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venir LT Std 45 Book" panose="020B0502020203020204" pitchFamily="34" charset="0"/>
          <a:ea typeface="+mn-ea"/>
          <a:cs typeface="+mn-cs"/>
        </a:defRPr>
      </a:lvl1pPr>
      <a:lvl2pPr marL="514338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venir LT Std 45 Book" panose="020B0502020203020204" pitchFamily="34" charset="0"/>
          <a:ea typeface="+mn-ea"/>
          <a:cs typeface="+mn-cs"/>
        </a:defRPr>
      </a:lvl2pPr>
      <a:lvl3pPr marL="857229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venir LT Std 45 Book" panose="020B0502020203020204" pitchFamily="34" charset="0"/>
          <a:ea typeface="+mn-ea"/>
          <a:cs typeface="+mn-cs"/>
        </a:defRPr>
      </a:lvl3pPr>
      <a:lvl4pPr marL="1200121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venir LT Std 45 Book" panose="020B0502020203020204" pitchFamily="34" charset="0"/>
          <a:ea typeface="+mn-ea"/>
          <a:cs typeface="+mn-cs"/>
        </a:defRPr>
      </a:lvl4pPr>
      <a:lvl5pPr marL="1543012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venir LT Std 45 Book" panose="020B0502020203020204" pitchFamily="34" charset="0"/>
          <a:ea typeface="+mn-ea"/>
          <a:cs typeface="+mn-cs"/>
        </a:defRPr>
      </a:lvl5pPr>
      <a:lvl6pPr marL="1885904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8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2891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4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9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1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1.xml"/>
</Relationships>

</file>

<file path=ppt/slides/_rels/slide2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4.xml"/>
<Relationship Id="rId2" Type="http://schemas.openxmlformats.org/officeDocument/2006/relationships/image" Target="../media/4acd586ae7fa8050eb084e394aea79429b93e550.png"/>
<Relationship Id="rId3" Type="http://schemas.openxmlformats.org/officeDocument/2006/relationships/image" Target="../media/f8e1fb765d8e201eed5857e79238f5ceaf72e9a7.png"/>
<Relationship Id="rId4" Type="http://schemas.openxmlformats.org/officeDocument/2006/relationships/image" Target="../media/71690604f5c73ab4ae94799e441486ad8229ebef.png"/>
</Relationships>

</file>

<file path=ppt/slides/_rels/slide3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4.xml"/>
<Relationship Id="rId2" Type="http://schemas.openxmlformats.org/officeDocument/2006/relationships/image" Target="../media/904cc0db79cf283765b97780b53a9f9ba1d4ea89.png"/>
<Relationship Id="rId3" Type="http://schemas.openxmlformats.org/officeDocument/2006/relationships/image" Target="../media/28defb921309e3679d78cb46ae35fab4a82fcb17.png"/>
<Relationship Id="rId4" Type="http://schemas.openxmlformats.org/officeDocument/2006/relationships/image" Target="../media/69d3285e72e10613f5fb78a78c50154a0ab5fd01.png"/>
</Relationships>

</file>

<file path=ppt/slides/_rels/slide4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4.xml"/>
<Relationship Id="rId2" Type="http://schemas.openxmlformats.org/officeDocument/2006/relationships/image" Target="../media/cdcec3ab68f81fc16170daa2e0fdc9bfd46e5e5c.png"/>
<Relationship Id="rId3" Type="http://schemas.openxmlformats.org/officeDocument/2006/relationships/image" Target="../media/4538f3d5a2aa1ff28e65f20995c579a2d7e05f39.png"/>
<Relationship Id="rId4" Type="http://schemas.openxmlformats.org/officeDocument/2006/relationships/image" Target="../media/ba31a35d8aaffb55f54f7e6fd0100d9fe7051716.png"/>
</Relationships>

</file>

<file path=ppt/slides/_rels/slide5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4.xml"/>
<Relationship Id="rId2" Type="http://schemas.openxmlformats.org/officeDocument/2006/relationships/image" Target="../media/92fc22c3dff60a9e46f2bb24ec08b7dc77256a59.png"/>
<Relationship Id="rId3" Type="http://schemas.openxmlformats.org/officeDocument/2006/relationships/image" Target="../media/3ee5854c80519a37057f3a0322e13f13c0395d76.png"/>
<Relationship Id="rId4" Type="http://schemas.openxmlformats.org/officeDocument/2006/relationships/image" Target="../media/9412ce36a4ef03fe036a813fd4afa63348a3b382.png"/>
</Relationships>

</file>

<file path=ppt/slides/_rels/slide6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4.xml"/>
<Relationship Id="rId2" Type="http://schemas.openxmlformats.org/officeDocument/2006/relationships/image" Target="../media/5afff4f8786212dc844ff0d4d78c432e0e2dff1a.png"/>
<Relationship Id="rId3" Type="http://schemas.openxmlformats.org/officeDocument/2006/relationships/image" Target="../media/d04a8022e95e69f759ba0a2b2e5716ff92d0eb47.png"/>
<Relationship Id="rId4" Type="http://schemas.openxmlformats.org/officeDocument/2006/relationships/image" Target="../media/86c85d4f84de9ef44cd9b130c4200955e69cc61e.png"/>
</Relationships>

</file>

<file path=ppt/slides/_rels/slide7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Relationship Id="rId2" Type="http://schemas.openxmlformats.org/officeDocument/2006/relationships/image" Target="../media/e8bf161366d8a4d5e0ee3e271c3e68c149373b63.png"/>
<Relationship Id="rId3" Type="http://schemas.openxmlformats.org/officeDocument/2006/relationships/image" Target="../media/e2ec871e09215c2dd9171586b1755bdd1bcf924f.png"/>
</Relationships>

</file>

<file path=ppt/slides/_rels/slide8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Relationship Id="rId2" Type="http://schemas.openxmlformats.org/officeDocument/2006/relationships/image" Target="../media/7373ffe5ef3407b3a475b1ff60ce8492d388d88a.png"/>
<Relationship Id="rId3" Type="http://schemas.openxmlformats.org/officeDocument/2006/relationships/image" Target="../media/fa457cc8ec6a26d73e7e4bc83d920129f90e34fe.png"/>
</Relationships>

</file>

<file path=ppt/slides/_rels/slide9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Relationship Id="rId2" Type="http://schemas.openxmlformats.org/officeDocument/2006/relationships/image" Target="../media/58dd2f2036157fa7298b93325e6029187e55c69d.png"/>
<Relationship Id="rId3" Type="http://schemas.openxmlformats.org/officeDocument/2006/relationships/image" Target="../media/ff29d09a0c081718eb268400e0cf43bd6ce959fd.png"/>
</Relationships>

</file>

<file path=ppt/slides/_rels/slide10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3.xml"/>
<Relationship Id="rId2" Type="http://schemas.openxmlformats.org/officeDocument/2006/relationships/image" Target="../media/20412eee858f631df9b9e6a36ddd0bb127dae87f.png"/>
</Relationships>

</file>

<file path=ppt/slides/_rels/slide1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4.xml"/>
<Relationship Id="rId2" Type="http://schemas.openxmlformats.org/officeDocument/2006/relationships/image" Target="../media/3535b5923bd676d8ca19d5fdd0cdd697f699a235.png"/>
<Relationship Id="rId3" Type="http://schemas.openxmlformats.org/officeDocument/2006/relationships/image" Target="../media/91ecd174f5a22361382048679fbc9f6d643ca5ae.png"/>
<Relationship Id="rId4" Type="http://schemas.openxmlformats.org/officeDocument/2006/relationships/image" Target="../media/759bb79c87ba8f816e8f2974f87c3117d4b7033a.png"/>
</Relationships>

</file>

<file path=ppt/slides/_rels/slide12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4.xml"/>
<Relationship Id="rId2" Type="http://schemas.openxmlformats.org/officeDocument/2006/relationships/image" Target="../media/eb605c3b70869e51ea71e9a9e3b53d37156abe0f.png"/>
<Relationship Id="rId3" Type="http://schemas.openxmlformats.org/officeDocument/2006/relationships/image" Target="../media/c7e48a78040352fb344c3a66439e4582a4f2b88a.png"/>
<Relationship Id="rId4" Type="http://schemas.openxmlformats.org/officeDocument/2006/relationships/image" Target="../media/54ac2a4a3d5d70160d10ccb163e72bf7c288e27c.png"/>
</Relationships>

</file>

<file path=ppt/slides/_rels/slide13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Relationship Id="rId2" Type="http://schemas.openxmlformats.org/officeDocument/2006/relationships/image" Target="../media/6acc1ec67545b8cf738dc012a49d1600f6c1d31c.png"/>
<Relationship Id="rId3" Type="http://schemas.openxmlformats.org/officeDocument/2006/relationships/image" Target="../media/3166342faeb707588e326782e49557605e558598.png"/>
</Relationships>

</file>

<file path=ppt/slides/_rels/slide14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4.xml"/>
<Relationship Id="rId2" Type="http://schemas.openxmlformats.org/officeDocument/2006/relationships/image" Target="../media/8246a44451b63ee0d70f66466145cd5a9f453e1b.png"/>
<Relationship Id="rId3" Type="http://schemas.openxmlformats.org/officeDocument/2006/relationships/image" Target="../media/5e72ccb2624fd84eb4b95f1fa87cbc66196eee94.png"/>
<Relationship Id="rId4" Type="http://schemas.openxmlformats.org/officeDocument/2006/relationships/image" Target="../media/cce39340020348361127f8226389efc5afaa8c73.png"/>
</Relationships>

</file>

<file path=ppt/slides/_rels/slide15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4.xml"/>
<Relationship Id="rId2" Type="http://schemas.openxmlformats.org/officeDocument/2006/relationships/image" Target="../media/9c18b4b0c3fcdd2547054c81c3fc79b874558118.png"/>
<Relationship Id="rId3" Type="http://schemas.openxmlformats.org/officeDocument/2006/relationships/image" Target="../media/f9119b93f5a5550f4704d49885b9673fabb3eea7.png"/>
<Relationship Id="rId4" Type="http://schemas.openxmlformats.org/officeDocument/2006/relationships/image" Target="../media/0c7e504dfabe8c979881f0d4d8acbcf482230a5a.png"/>
</Relationships>

</file>

<file path=ppt/slides/_rels/slide16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4.xml"/>
<Relationship Id="rId2" Type="http://schemas.openxmlformats.org/officeDocument/2006/relationships/image" Target="../media/87a9d99178a8673c80699075e0364c13e9734cc1.png"/>
<Relationship Id="rId3" Type="http://schemas.openxmlformats.org/officeDocument/2006/relationships/image" Target="../media/2be0b3688b5e0a1c83482807d440867aaba9202f.png"/>
<Relationship Id="rId4" Type="http://schemas.openxmlformats.org/officeDocument/2006/relationships/image" Target="../media/71c00f3bdd4e0a5d76f7be78b59a47805452c4af.png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1"/>
          <p:cNvSpPr>
            <a:spLocks noGrp="1"/>
          </p:cNvSpPr>
          <p:nvPr>
            <p:ph type="title"/>
          </p:nvPr>
        </p:nvSpPr>
        <p:spPr>
          <a:xfrm>
            <a:off x="1425118" y="2630414"/>
            <a:ext cx="9310149" cy="671940"/>
          </a:xfrm>
        </p:spPr>
        <p:txBody>
          <a:bodyPr/>
          <a:lstStyle/>
          <a:p>
            <a:r>
              <a:rPr/>
              <a:t>Monthly Data Overview</a:t>
            </a:r>
          </a:p>
        </p:txBody>
      </p:sp>
      <p:sp>
        <p:nvSpPr>
          <p:cNvPr id="3" name="Text Placeholder 12"/>
          <p:cNvSpPr>
            <a:spLocks noGrp="1"/>
          </p:cNvSpPr>
          <p:nvPr>
            <p:ph type="body" sz="quarter" idx="33" hasCustomPrompt="1"/>
          </p:nvPr>
        </p:nvSpPr>
        <p:spPr>
          <a:xfrm>
            <a:off x="3378502" y="3555647"/>
            <a:ext cx="5434996" cy="332399"/>
          </a:xfrm>
        </p:spPr>
        <p:txBody>
          <a:bodyPr/>
          <a:lstStyle/>
          <a:p>
            <a:r>
              <a:rPr/>
              <a:t>Nov '23  NEW DELHI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Monthly Production -Nov '23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38"/>
          </p:nvPr>
        </p:nvPicPr>
        <p:blipFill>
          <a:blip cstate="print" r:embed="rId2"/>
          <a:stretch>
            <a:fillRect/>
          </a:stretch>
        </p:blipFill>
        <p:spPr>
          <a:xfrm>
            <a:off x="644258" y="1590632"/>
            <a:ext cx="4933089" cy="1791760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1"/>
          </p:nvPr>
        </p:nvPicPr>
        <p:blipFill>
          <a:blip cstate="print" r:embed="rId3"/>
          <a:stretch>
            <a:fillRect/>
          </a:stretch>
        </p:blipFill>
        <p:spPr>
          <a:xfrm>
            <a:off x="6486024" y="1590632"/>
            <a:ext cx="4933089" cy="1791760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4"/>
          </p:nvPr>
        </p:nvPicPr>
        <p:blipFill>
          <a:blip cstate="print" r:embed="rId4"/>
          <a:stretch>
            <a:fillRect/>
          </a:stretch>
        </p:blipFill>
        <p:spPr>
          <a:xfrm>
            <a:off x="3602002" y="4379853"/>
            <a:ext cx="4933089" cy="1791760"/>
          </a:xfrm>
          <a:prstGeom prst="rect">
            <a:avLst/>
          </a:prstGeom>
        </p:spPr>
      </p:pic>
      <p:sp>
        <p:nvSpPr>
          <p:cNvPr id="6" name="Text Placeholder 12"/>
          <p:cNvSpPr>
            <a:spLocks noGrp="1"/>
          </p:cNvSpPr>
          <p:nvPr>
            <p:ph type="body" sz="quarter" idx="35" hasCustomPrompt="1"/>
          </p:nvPr>
        </p:nvSpPr>
        <p:spPr>
          <a:xfrm>
            <a:off x="644258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4" hasCustomPrompt="1"/>
          </p:nvPr>
        </p:nvSpPr>
        <p:spPr>
          <a:xfrm>
            <a:off x="644258" y="1009203"/>
            <a:ext cx="5289839" cy="162096"/>
          </a:xfrm>
        </p:spPr>
        <p:txBody>
          <a:bodyPr/>
          <a:lstStyle/>
          <a:p>
            <a:r>
              <a:rPr/>
              <a:t>Passenger Vehicle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40" hasCustomPrompt="1"/>
          </p:nvPr>
        </p:nvSpPr>
        <p:spPr>
          <a:xfrm>
            <a:off x="6486024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39" hasCustomPrompt="1"/>
          </p:nvPr>
        </p:nvSpPr>
        <p:spPr>
          <a:xfrm>
            <a:off x="6486024" y="1009203"/>
            <a:ext cx="5289839" cy="162096"/>
          </a:xfrm>
        </p:spPr>
        <p:txBody>
          <a:bodyPr/>
          <a:lstStyle/>
          <a:p>
            <a:r>
              <a:rPr/>
              <a:t>Two-Wheeler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3" hasCustomPrompt="1"/>
          </p:nvPr>
        </p:nvSpPr>
        <p:spPr>
          <a:xfrm>
            <a:off x="3602002" y="4057499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3602002" y="3798424"/>
            <a:ext cx="5289839" cy="162096"/>
          </a:xfrm>
        </p:spPr>
        <p:txBody>
          <a:bodyPr/>
          <a:lstStyle/>
          <a:p>
            <a:r>
              <a:rPr/>
              <a:t>Three-Wheeler</a:t>
            </a:r>
          </a:p>
        </p:txBody>
      </p:sp>
      <p:sp>
        <p:nvSpPr>
          <p:cNvPr id="12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Monthly Domestic Sales -Nov '23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38"/>
          </p:nvPr>
        </p:nvPicPr>
        <p:blipFill>
          <a:blip cstate="print" r:embed="rId2"/>
          <a:stretch>
            <a:fillRect/>
          </a:stretch>
        </p:blipFill>
        <p:spPr>
          <a:xfrm>
            <a:off x="644258" y="1590632"/>
            <a:ext cx="4933089" cy="1791760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1"/>
          </p:nvPr>
        </p:nvPicPr>
        <p:blipFill>
          <a:blip cstate="print" r:embed="rId3"/>
          <a:stretch>
            <a:fillRect/>
          </a:stretch>
        </p:blipFill>
        <p:spPr>
          <a:xfrm>
            <a:off x="6486024" y="1590632"/>
            <a:ext cx="4933089" cy="1791760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4"/>
          </p:nvPr>
        </p:nvPicPr>
        <p:blipFill>
          <a:blip cstate="print" r:embed="rId4"/>
          <a:stretch>
            <a:fillRect/>
          </a:stretch>
        </p:blipFill>
        <p:spPr>
          <a:xfrm>
            <a:off x="3602002" y="4379853"/>
            <a:ext cx="4933089" cy="1791760"/>
          </a:xfrm>
          <a:prstGeom prst="rect">
            <a:avLst/>
          </a:prstGeom>
        </p:spPr>
      </p:pic>
      <p:sp>
        <p:nvSpPr>
          <p:cNvPr id="6" name="Text Placeholder 12"/>
          <p:cNvSpPr>
            <a:spLocks noGrp="1"/>
          </p:cNvSpPr>
          <p:nvPr>
            <p:ph type="body" sz="quarter" idx="35" hasCustomPrompt="1"/>
          </p:nvPr>
        </p:nvSpPr>
        <p:spPr>
          <a:xfrm>
            <a:off x="644258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4" hasCustomPrompt="1"/>
          </p:nvPr>
        </p:nvSpPr>
        <p:spPr>
          <a:xfrm>
            <a:off x="644258" y="1009203"/>
            <a:ext cx="5289839" cy="162096"/>
          </a:xfrm>
        </p:spPr>
        <p:txBody>
          <a:bodyPr/>
          <a:lstStyle/>
          <a:p>
            <a:r>
              <a:rPr/>
              <a:t>Passenger Vehicle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40" hasCustomPrompt="1"/>
          </p:nvPr>
        </p:nvSpPr>
        <p:spPr>
          <a:xfrm>
            <a:off x="6486024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39" hasCustomPrompt="1"/>
          </p:nvPr>
        </p:nvSpPr>
        <p:spPr>
          <a:xfrm>
            <a:off x="6486024" y="1009203"/>
            <a:ext cx="5289839" cy="162096"/>
          </a:xfrm>
        </p:spPr>
        <p:txBody>
          <a:bodyPr/>
          <a:lstStyle/>
          <a:p>
            <a:r>
              <a:rPr/>
              <a:t>Two-Wheeler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3" hasCustomPrompt="1"/>
          </p:nvPr>
        </p:nvSpPr>
        <p:spPr>
          <a:xfrm>
            <a:off x="3602002" y="4057499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3602002" y="3798424"/>
            <a:ext cx="5289839" cy="162096"/>
          </a:xfrm>
        </p:spPr>
        <p:txBody>
          <a:bodyPr/>
          <a:lstStyle/>
          <a:p>
            <a:r>
              <a:rPr/>
              <a:t>Three-Wheeler</a:t>
            </a:r>
          </a:p>
        </p:txBody>
      </p:sp>
      <p:sp>
        <p:nvSpPr>
          <p:cNvPr id="12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Monthly Exports -Nov '23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38"/>
          </p:nvPr>
        </p:nvPicPr>
        <p:blipFill>
          <a:blip cstate="print" r:embed="rId2"/>
          <a:stretch>
            <a:fillRect/>
          </a:stretch>
        </p:blipFill>
        <p:spPr>
          <a:xfrm>
            <a:off x="644258" y="1590632"/>
            <a:ext cx="4933089" cy="1791760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1"/>
          </p:nvPr>
        </p:nvPicPr>
        <p:blipFill>
          <a:blip cstate="print" r:embed="rId3"/>
          <a:stretch>
            <a:fillRect/>
          </a:stretch>
        </p:blipFill>
        <p:spPr>
          <a:xfrm>
            <a:off x="6486024" y="1590632"/>
            <a:ext cx="4933089" cy="1791760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4"/>
          </p:nvPr>
        </p:nvPicPr>
        <p:blipFill>
          <a:blip cstate="print" r:embed="rId4"/>
          <a:stretch>
            <a:fillRect/>
          </a:stretch>
        </p:blipFill>
        <p:spPr>
          <a:xfrm>
            <a:off x="3602002" y="4379853"/>
            <a:ext cx="4933089" cy="1791760"/>
          </a:xfrm>
          <a:prstGeom prst="rect">
            <a:avLst/>
          </a:prstGeom>
        </p:spPr>
      </p:pic>
      <p:sp>
        <p:nvSpPr>
          <p:cNvPr id="6" name="Text Placeholder 12"/>
          <p:cNvSpPr>
            <a:spLocks noGrp="1"/>
          </p:cNvSpPr>
          <p:nvPr>
            <p:ph type="body" sz="quarter" idx="35" hasCustomPrompt="1"/>
          </p:nvPr>
        </p:nvSpPr>
        <p:spPr>
          <a:xfrm>
            <a:off x="644258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4" hasCustomPrompt="1"/>
          </p:nvPr>
        </p:nvSpPr>
        <p:spPr>
          <a:xfrm>
            <a:off x="644258" y="1009203"/>
            <a:ext cx="5289839" cy="162096"/>
          </a:xfrm>
        </p:spPr>
        <p:txBody>
          <a:bodyPr/>
          <a:lstStyle/>
          <a:p>
            <a:r>
              <a:rPr/>
              <a:t>Passenger Vehicle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40" hasCustomPrompt="1"/>
          </p:nvPr>
        </p:nvSpPr>
        <p:spPr>
          <a:xfrm>
            <a:off x="6486024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39" hasCustomPrompt="1"/>
          </p:nvPr>
        </p:nvSpPr>
        <p:spPr>
          <a:xfrm>
            <a:off x="6486024" y="1009203"/>
            <a:ext cx="5289839" cy="162096"/>
          </a:xfrm>
        </p:spPr>
        <p:txBody>
          <a:bodyPr/>
          <a:lstStyle/>
          <a:p>
            <a:r>
              <a:rPr/>
              <a:t>Two-Wheeler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3" hasCustomPrompt="1"/>
          </p:nvPr>
        </p:nvSpPr>
        <p:spPr>
          <a:xfrm>
            <a:off x="3602002" y="4057499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3602002" y="3798424"/>
            <a:ext cx="5289839" cy="162096"/>
          </a:xfrm>
        </p:spPr>
        <p:txBody>
          <a:bodyPr/>
          <a:lstStyle/>
          <a:p>
            <a:r>
              <a:rPr/>
              <a:t>Three-Wheeler</a:t>
            </a:r>
          </a:p>
        </p:txBody>
      </p:sp>
      <p:sp>
        <p:nvSpPr>
          <p:cNvPr id="12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Monthly Production - PV (Sub Categories) -Nov '23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38"/>
          </p:nvPr>
        </p:nvPicPr>
        <p:blipFill>
          <a:blip cstate="print" r:embed="rId2"/>
          <a:stretch>
            <a:fillRect/>
          </a:stretch>
        </p:blipFill>
        <p:spPr>
          <a:xfrm>
            <a:off x="644258" y="1590632"/>
            <a:ext cx="4933089" cy="1791760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1"/>
          </p:nvPr>
        </p:nvPicPr>
        <p:blipFill>
          <a:blip cstate="print" r:embed="rId3"/>
          <a:stretch>
            <a:fillRect/>
          </a:stretch>
        </p:blipFill>
        <p:spPr>
          <a:xfrm>
            <a:off x="6486024" y="1590632"/>
            <a:ext cx="4933089" cy="1791760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4"/>
          </p:nvPr>
        </p:nvPicPr>
        <p:blipFill>
          <a:blip cstate="print" r:embed="rId4"/>
          <a:stretch>
            <a:fillRect/>
          </a:stretch>
        </p:blipFill>
        <p:spPr>
          <a:xfrm>
            <a:off x="3602002" y="4379853"/>
            <a:ext cx="4933089" cy="1791760"/>
          </a:xfrm>
          <a:prstGeom prst="rect">
            <a:avLst/>
          </a:prstGeom>
        </p:spPr>
      </p:pic>
      <p:sp>
        <p:nvSpPr>
          <p:cNvPr id="6" name="Text Placeholder 12"/>
          <p:cNvSpPr>
            <a:spLocks noGrp="1"/>
          </p:cNvSpPr>
          <p:nvPr>
            <p:ph type="body" sz="quarter" idx="35" hasCustomPrompt="1"/>
          </p:nvPr>
        </p:nvSpPr>
        <p:spPr>
          <a:xfrm>
            <a:off x="644258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4" hasCustomPrompt="1"/>
          </p:nvPr>
        </p:nvSpPr>
        <p:spPr>
          <a:xfrm>
            <a:off x="644258" y="1009203"/>
            <a:ext cx="5289839" cy="162096"/>
          </a:xfrm>
        </p:spPr>
        <p:txBody>
          <a:bodyPr/>
          <a:lstStyle/>
          <a:p>
            <a:r>
              <a:rPr/>
              <a:t>Passenger Cars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40" hasCustomPrompt="1"/>
          </p:nvPr>
        </p:nvSpPr>
        <p:spPr>
          <a:xfrm>
            <a:off x="6486024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39" hasCustomPrompt="1"/>
          </p:nvPr>
        </p:nvSpPr>
        <p:spPr>
          <a:xfrm>
            <a:off x="6486024" y="1009203"/>
            <a:ext cx="5289839" cy="162096"/>
          </a:xfrm>
        </p:spPr>
        <p:txBody>
          <a:bodyPr/>
          <a:lstStyle/>
          <a:p>
            <a:r>
              <a:rPr/>
              <a:t>Utility Vehicles/SUVs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3" hasCustomPrompt="1"/>
          </p:nvPr>
        </p:nvSpPr>
        <p:spPr>
          <a:xfrm>
            <a:off x="3602002" y="4057499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3602002" y="3798424"/>
            <a:ext cx="5289839" cy="162096"/>
          </a:xfrm>
        </p:spPr>
        <p:txBody>
          <a:bodyPr/>
          <a:lstStyle/>
          <a:p>
            <a:r>
              <a:rPr/>
              <a:t>Vans</a:t>
            </a:r>
          </a:p>
        </p:txBody>
      </p:sp>
      <p:sp>
        <p:nvSpPr>
          <p:cNvPr id="12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5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Monthly Domestic Sales - PV (Sub-Categories) - Nov '23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38"/>
          </p:nvPr>
        </p:nvPicPr>
        <p:blipFill>
          <a:blip cstate="print" r:embed="rId2"/>
          <a:stretch>
            <a:fillRect/>
          </a:stretch>
        </p:blipFill>
        <p:spPr>
          <a:xfrm>
            <a:off x="644258" y="1590632"/>
            <a:ext cx="4933089" cy="1791760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1"/>
          </p:nvPr>
        </p:nvPicPr>
        <p:blipFill>
          <a:blip cstate="print" r:embed="rId3"/>
          <a:stretch>
            <a:fillRect/>
          </a:stretch>
        </p:blipFill>
        <p:spPr>
          <a:xfrm>
            <a:off x="6486024" y="1590632"/>
            <a:ext cx="4933089" cy="1791760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4"/>
          </p:nvPr>
        </p:nvPicPr>
        <p:blipFill>
          <a:blip cstate="print" r:embed="rId4"/>
          <a:stretch>
            <a:fillRect/>
          </a:stretch>
        </p:blipFill>
        <p:spPr>
          <a:xfrm>
            <a:off x="3602002" y="4379853"/>
            <a:ext cx="4933089" cy="1791760"/>
          </a:xfrm>
          <a:prstGeom prst="rect">
            <a:avLst/>
          </a:prstGeom>
        </p:spPr>
      </p:pic>
      <p:sp>
        <p:nvSpPr>
          <p:cNvPr id="6" name="Text Placeholder 12"/>
          <p:cNvSpPr>
            <a:spLocks noGrp="1"/>
          </p:cNvSpPr>
          <p:nvPr>
            <p:ph type="body" sz="quarter" idx="35" hasCustomPrompt="1"/>
          </p:nvPr>
        </p:nvSpPr>
        <p:spPr>
          <a:xfrm>
            <a:off x="644258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4" hasCustomPrompt="1"/>
          </p:nvPr>
        </p:nvSpPr>
        <p:spPr>
          <a:xfrm>
            <a:off x="644258" y="1009203"/>
            <a:ext cx="5289839" cy="162096"/>
          </a:xfrm>
        </p:spPr>
        <p:txBody>
          <a:bodyPr/>
          <a:lstStyle/>
          <a:p>
            <a:r>
              <a:rPr/>
              <a:t>Passenger Cars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40" hasCustomPrompt="1"/>
          </p:nvPr>
        </p:nvSpPr>
        <p:spPr>
          <a:xfrm>
            <a:off x="6486024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39" hasCustomPrompt="1"/>
          </p:nvPr>
        </p:nvSpPr>
        <p:spPr>
          <a:xfrm>
            <a:off x="6486024" y="1009203"/>
            <a:ext cx="5289839" cy="162096"/>
          </a:xfrm>
        </p:spPr>
        <p:txBody>
          <a:bodyPr/>
          <a:lstStyle/>
          <a:p>
            <a:r>
              <a:rPr/>
              <a:t>Utility Vehicles/SUVs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3" hasCustomPrompt="1"/>
          </p:nvPr>
        </p:nvSpPr>
        <p:spPr>
          <a:xfrm>
            <a:off x="3602002" y="4057499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3602002" y="3798424"/>
            <a:ext cx="5289839" cy="162096"/>
          </a:xfrm>
        </p:spPr>
        <p:txBody>
          <a:bodyPr/>
          <a:lstStyle/>
          <a:p>
            <a:r>
              <a:rPr/>
              <a:t>Vans</a:t>
            </a:r>
          </a:p>
        </p:txBody>
      </p:sp>
      <p:sp>
        <p:nvSpPr>
          <p:cNvPr id="12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6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Monthly Exports - PV (Sub-Categories) - Nov '23</a:t>
            </a:r>
          </a:p>
        </p:txBody>
      </p:sp>
      <p:pic>
        <p:nvPicPr>
          <p:cNvPr id="3" name="Chart Placeholder 25" descr=""/>
          <p:cNvPicPr>
            <a:picLocks noGrp="1"/>
          </p:cNvPicPr>
          <p:nvPr>
            <p:ph type="chart" sz="quarter" idx="17"/>
          </p:nvPr>
        </p:nvPicPr>
        <p:blipFill>
          <a:blip cstate="print" r:embed="rId2"/>
          <a:stretch>
            <a:fillRect/>
          </a:stretch>
        </p:blipFill>
        <p:spPr>
          <a:xfrm>
            <a:off x="694663" y="2046702"/>
            <a:ext cx="4859338" cy="3240000"/>
          </a:xfrm>
          <a:prstGeom prst="rect">
            <a:avLst/>
          </a:prstGeom>
        </p:spPr>
      </p:pic>
      <p:pic>
        <p:nvPicPr>
          <p:cNvPr id="4" name="Chart Placeholder 27" descr=""/>
          <p:cNvPicPr>
            <a:picLocks noGrp="1"/>
          </p:cNvPicPr>
          <p:nvPr>
            <p:ph type="chart" sz="quarter" idx="18"/>
          </p:nvPr>
        </p:nvPicPr>
        <p:blipFill>
          <a:blip cstate="print" r:embed="rId3"/>
          <a:stretch>
            <a:fillRect/>
          </a:stretch>
        </p:blipFill>
        <p:spPr>
          <a:xfrm>
            <a:off x="6493959" y="2046261"/>
            <a:ext cx="4879786" cy="3221804"/>
          </a:xfrm>
          <a:prstGeom prst="rect">
            <a:avLst/>
          </a:prstGeom>
        </p:spPr>
      </p:pic>
      <p:sp>
        <p:nvSpPr>
          <p:cNvPr id="5" name="Text Placeholder 12"/>
          <p:cNvSpPr>
            <a:spLocks noGrp="1"/>
          </p:cNvSpPr>
          <p:nvPr>
            <p:ph type="body" sz="quarter" idx="33" hasCustomPrompt="1"/>
          </p:nvPr>
        </p:nvSpPr>
        <p:spPr>
          <a:xfrm>
            <a:off x="694663" y="1714073"/>
            <a:ext cx="5399326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6" name="Text Placeholder 12"/>
          <p:cNvSpPr>
            <a:spLocks noGrp="1"/>
          </p:cNvSpPr>
          <p:nvPr>
            <p:ph type="body" sz="quarter" idx="32" hasCustomPrompt="1"/>
          </p:nvPr>
        </p:nvSpPr>
        <p:spPr>
          <a:xfrm>
            <a:off x="694663" y="1411401"/>
            <a:ext cx="5400000" cy="162096"/>
          </a:xfrm>
        </p:spPr>
        <p:txBody>
          <a:bodyPr/>
          <a:lstStyle/>
          <a:p>
            <a:r>
              <a:rPr/>
              <a:t>Passenger Cars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5" hasCustomPrompt="1"/>
          </p:nvPr>
        </p:nvSpPr>
        <p:spPr>
          <a:xfrm>
            <a:off x="6501287" y="1685947"/>
            <a:ext cx="5399326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34" hasCustomPrompt="1"/>
          </p:nvPr>
        </p:nvSpPr>
        <p:spPr>
          <a:xfrm>
            <a:off x="6493959" y="1411401"/>
            <a:ext cx="5400000" cy="162096"/>
          </a:xfrm>
        </p:spPr>
        <p:txBody>
          <a:bodyPr/>
          <a:lstStyle/>
          <a:p>
            <a:r>
              <a:rPr/>
              <a:t>Utility Vehicles/SUVs</a:t>
            </a:r>
          </a:p>
        </p:txBody>
      </p:sp>
      <p:sp>
        <p:nvSpPr>
          <p:cNvPr id="9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7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Monthly Production - 3W (Sub-Categories) -Nov '23</a:t>
            </a:r>
          </a:p>
        </p:txBody>
      </p:sp>
      <p:pic>
        <p:nvPicPr>
          <p:cNvPr id="3" name="Chart Placeholder 25" descr=""/>
          <p:cNvPicPr>
            <a:picLocks noGrp="1"/>
          </p:cNvPicPr>
          <p:nvPr>
            <p:ph type="chart" sz="quarter" idx="17"/>
          </p:nvPr>
        </p:nvPicPr>
        <p:blipFill>
          <a:blip cstate="print" r:embed="rId2"/>
          <a:stretch>
            <a:fillRect/>
          </a:stretch>
        </p:blipFill>
        <p:spPr>
          <a:xfrm>
            <a:off x="694663" y="2046702"/>
            <a:ext cx="4859338" cy="3240000"/>
          </a:xfrm>
          <a:prstGeom prst="rect">
            <a:avLst/>
          </a:prstGeom>
        </p:spPr>
      </p:pic>
      <p:pic>
        <p:nvPicPr>
          <p:cNvPr id="4" name="Chart Placeholder 27" descr=""/>
          <p:cNvPicPr>
            <a:picLocks noGrp="1"/>
          </p:cNvPicPr>
          <p:nvPr>
            <p:ph type="chart" sz="quarter" idx="18"/>
          </p:nvPr>
        </p:nvPicPr>
        <p:blipFill>
          <a:blip cstate="print" r:embed="rId3"/>
          <a:stretch>
            <a:fillRect/>
          </a:stretch>
        </p:blipFill>
        <p:spPr>
          <a:xfrm>
            <a:off x="6493959" y="2046261"/>
            <a:ext cx="4879786" cy="3221804"/>
          </a:xfrm>
          <a:prstGeom prst="rect">
            <a:avLst/>
          </a:prstGeom>
        </p:spPr>
      </p:pic>
      <p:sp>
        <p:nvSpPr>
          <p:cNvPr id="5" name="Text Placeholder 12"/>
          <p:cNvSpPr>
            <a:spLocks noGrp="1"/>
          </p:cNvSpPr>
          <p:nvPr>
            <p:ph type="body" sz="quarter" idx="33" hasCustomPrompt="1"/>
          </p:nvPr>
        </p:nvSpPr>
        <p:spPr>
          <a:xfrm>
            <a:off x="694663" y="1714073"/>
            <a:ext cx="5399326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6" name="Text Placeholder 12"/>
          <p:cNvSpPr>
            <a:spLocks noGrp="1"/>
          </p:cNvSpPr>
          <p:nvPr>
            <p:ph type="body" sz="quarter" idx="32" hasCustomPrompt="1"/>
          </p:nvPr>
        </p:nvSpPr>
        <p:spPr>
          <a:xfrm>
            <a:off x="694663" y="1411401"/>
            <a:ext cx="5400000" cy="162096"/>
          </a:xfrm>
        </p:spPr>
        <p:txBody>
          <a:bodyPr/>
          <a:lstStyle/>
          <a:p>
            <a:r>
              <a:rPr/>
              <a:t>Passenger Carrier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5" hasCustomPrompt="1"/>
          </p:nvPr>
        </p:nvSpPr>
        <p:spPr>
          <a:xfrm>
            <a:off x="6501287" y="1685947"/>
            <a:ext cx="5399326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34" hasCustomPrompt="1"/>
          </p:nvPr>
        </p:nvSpPr>
        <p:spPr>
          <a:xfrm>
            <a:off x="6493959" y="1411401"/>
            <a:ext cx="5400000" cy="162096"/>
          </a:xfrm>
        </p:spPr>
        <p:txBody>
          <a:bodyPr/>
          <a:lstStyle/>
          <a:p>
            <a:r>
              <a:rPr/>
              <a:t>Goods Carrier</a:t>
            </a:r>
          </a:p>
        </p:txBody>
      </p:sp>
      <p:sp>
        <p:nvSpPr>
          <p:cNvPr id="9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8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Monthly Domestic Sales - 3W (Sub-Categories) -Nov '23</a:t>
            </a:r>
          </a:p>
        </p:txBody>
      </p:sp>
      <p:pic>
        <p:nvPicPr>
          <p:cNvPr id="3" name="Chart Placeholder 25" descr=""/>
          <p:cNvPicPr>
            <a:picLocks noGrp="1"/>
          </p:cNvPicPr>
          <p:nvPr>
            <p:ph type="chart" sz="quarter" idx="17"/>
          </p:nvPr>
        </p:nvPicPr>
        <p:blipFill>
          <a:blip cstate="print" r:embed="rId2"/>
          <a:stretch>
            <a:fillRect/>
          </a:stretch>
        </p:blipFill>
        <p:spPr>
          <a:xfrm>
            <a:off x="694663" y="2046702"/>
            <a:ext cx="4859338" cy="3240000"/>
          </a:xfrm>
          <a:prstGeom prst="rect">
            <a:avLst/>
          </a:prstGeom>
        </p:spPr>
      </p:pic>
      <p:pic>
        <p:nvPicPr>
          <p:cNvPr id="4" name="Chart Placeholder 27" descr=""/>
          <p:cNvPicPr>
            <a:picLocks noGrp="1"/>
          </p:cNvPicPr>
          <p:nvPr>
            <p:ph type="chart" sz="quarter" idx="18"/>
          </p:nvPr>
        </p:nvPicPr>
        <p:blipFill>
          <a:blip cstate="print" r:embed="rId3"/>
          <a:stretch>
            <a:fillRect/>
          </a:stretch>
        </p:blipFill>
        <p:spPr>
          <a:xfrm>
            <a:off x="6493959" y="2046261"/>
            <a:ext cx="4879786" cy="3221804"/>
          </a:xfrm>
          <a:prstGeom prst="rect">
            <a:avLst/>
          </a:prstGeom>
        </p:spPr>
      </p:pic>
      <p:sp>
        <p:nvSpPr>
          <p:cNvPr id="5" name="Text Placeholder 12"/>
          <p:cNvSpPr>
            <a:spLocks noGrp="1"/>
          </p:cNvSpPr>
          <p:nvPr>
            <p:ph type="body" sz="quarter" idx="33" hasCustomPrompt="1"/>
          </p:nvPr>
        </p:nvSpPr>
        <p:spPr>
          <a:xfrm>
            <a:off x="694663" y="1714073"/>
            <a:ext cx="5399326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6" name="Text Placeholder 12"/>
          <p:cNvSpPr>
            <a:spLocks noGrp="1"/>
          </p:cNvSpPr>
          <p:nvPr>
            <p:ph type="body" sz="quarter" idx="32" hasCustomPrompt="1"/>
          </p:nvPr>
        </p:nvSpPr>
        <p:spPr>
          <a:xfrm>
            <a:off x="694663" y="1411401"/>
            <a:ext cx="5400000" cy="162096"/>
          </a:xfrm>
        </p:spPr>
        <p:txBody>
          <a:bodyPr/>
          <a:lstStyle/>
          <a:p>
            <a:r>
              <a:rPr/>
              <a:t>Passenger Carrier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5" hasCustomPrompt="1"/>
          </p:nvPr>
        </p:nvSpPr>
        <p:spPr>
          <a:xfrm>
            <a:off x="6501287" y="1685947"/>
            <a:ext cx="5399326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34" hasCustomPrompt="1"/>
          </p:nvPr>
        </p:nvSpPr>
        <p:spPr>
          <a:xfrm>
            <a:off x="6493959" y="1411401"/>
            <a:ext cx="5400000" cy="162096"/>
          </a:xfrm>
        </p:spPr>
        <p:txBody>
          <a:bodyPr/>
          <a:lstStyle/>
          <a:p>
            <a:r>
              <a:rPr/>
              <a:t>Goods Carrier</a:t>
            </a:r>
          </a:p>
        </p:txBody>
      </p:sp>
      <p:sp>
        <p:nvSpPr>
          <p:cNvPr id="9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9</a:t>
            </a:fld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Monthly Exports - 3W (Sub-Categories) -Nov '23</a:t>
            </a:r>
          </a:p>
        </p:txBody>
      </p:sp>
      <p:pic>
        <p:nvPicPr>
          <p:cNvPr id="3" name="Chart Placeholder 25" descr=""/>
          <p:cNvPicPr>
            <a:picLocks noGrp="1"/>
          </p:cNvPicPr>
          <p:nvPr>
            <p:ph type="chart" sz="quarter" idx="17"/>
          </p:nvPr>
        </p:nvPicPr>
        <p:blipFill>
          <a:blip cstate="print" r:embed="rId2"/>
          <a:stretch>
            <a:fillRect/>
          </a:stretch>
        </p:blipFill>
        <p:spPr>
          <a:xfrm>
            <a:off x="3260309" y="2446198"/>
            <a:ext cx="4859338" cy="3240000"/>
          </a:xfrm>
          <a:prstGeom prst="rect">
            <a:avLst/>
          </a:prstGeom>
        </p:spPr>
      </p:pic>
      <p:sp>
        <p:nvSpPr>
          <p:cNvPr id="4" name="Text Placeholder 12"/>
          <p:cNvSpPr>
            <a:spLocks noGrp="1"/>
          </p:cNvSpPr>
          <p:nvPr>
            <p:ph type="body" sz="quarter" idx="33" hasCustomPrompt="1"/>
          </p:nvPr>
        </p:nvSpPr>
        <p:spPr>
          <a:xfrm>
            <a:off x="3260309" y="2113569"/>
            <a:ext cx="5399326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5" name="Text Placeholder 12"/>
          <p:cNvSpPr>
            <a:spLocks noGrp="1"/>
          </p:cNvSpPr>
          <p:nvPr>
            <p:ph type="body" sz="quarter" idx="32" hasCustomPrompt="1"/>
          </p:nvPr>
        </p:nvSpPr>
        <p:spPr>
          <a:xfrm>
            <a:off x="3260309" y="1810897"/>
            <a:ext cx="5400000" cy="162096"/>
          </a:xfrm>
        </p:spPr>
        <p:txBody>
          <a:bodyPr/>
          <a:lstStyle/>
          <a:p>
            <a:r>
              <a:rPr/>
              <a:t>Passenger Carrier</a:t>
            </a:r>
          </a:p>
        </p:txBody>
      </p:sp>
      <p:sp>
        <p:nvSpPr>
          <p:cNvPr id="6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10</a:t>
            </a:fld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Monthly Production - 2W (Sub-Categories) - Nov '23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38"/>
          </p:nvPr>
        </p:nvPicPr>
        <p:blipFill>
          <a:blip cstate="print" r:embed="rId2"/>
          <a:stretch>
            <a:fillRect/>
          </a:stretch>
        </p:blipFill>
        <p:spPr>
          <a:xfrm>
            <a:off x="644258" y="1590632"/>
            <a:ext cx="4933089" cy="1791760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1"/>
          </p:nvPr>
        </p:nvPicPr>
        <p:blipFill>
          <a:blip cstate="print" r:embed="rId3"/>
          <a:stretch>
            <a:fillRect/>
          </a:stretch>
        </p:blipFill>
        <p:spPr>
          <a:xfrm>
            <a:off x="6486024" y="1590632"/>
            <a:ext cx="4933089" cy="1791760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4"/>
          </p:nvPr>
        </p:nvPicPr>
        <p:blipFill>
          <a:blip cstate="print" r:embed="rId4"/>
          <a:stretch>
            <a:fillRect/>
          </a:stretch>
        </p:blipFill>
        <p:spPr>
          <a:xfrm>
            <a:off x="3602002" y="4379853"/>
            <a:ext cx="4933089" cy="1791760"/>
          </a:xfrm>
          <a:prstGeom prst="rect">
            <a:avLst/>
          </a:prstGeom>
        </p:spPr>
      </p:pic>
      <p:sp>
        <p:nvSpPr>
          <p:cNvPr id="6" name="Text Placeholder 12"/>
          <p:cNvSpPr>
            <a:spLocks noGrp="1"/>
          </p:cNvSpPr>
          <p:nvPr>
            <p:ph type="body" sz="quarter" idx="35" hasCustomPrompt="1"/>
          </p:nvPr>
        </p:nvSpPr>
        <p:spPr>
          <a:xfrm>
            <a:off x="644258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4" hasCustomPrompt="1"/>
          </p:nvPr>
        </p:nvSpPr>
        <p:spPr>
          <a:xfrm>
            <a:off x="644258" y="1009203"/>
            <a:ext cx="5289839" cy="162096"/>
          </a:xfrm>
        </p:spPr>
        <p:txBody>
          <a:bodyPr/>
          <a:lstStyle/>
          <a:p>
            <a:r>
              <a:rPr/>
              <a:t>Scooters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40" hasCustomPrompt="1"/>
          </p:nvPr>
        </p:nvSpPr>
        <p:spPr>
          <a:xfrm>
            <a:off x="6486024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39" hasCustomPrompt="1"/>
          </p:nvPr>
        </p:nvSpPr>
        <p:spPr>
          <a:xfrm>
            <a:off x="6486024" y="1009203"/>
            <a:ext cx="5289839" cy="162096"/>
          </a:xfrm>
        </p:spPr>
        <p:txBody>
          <a:bodyPr/>
          <a:lstStyle/>
          <a:p>
            <a:r>
              <a:rPr/>
              <a:t>Motorcycles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3" hasCustomPrompt="1"/>
          </p:nvPr>
        </p:nvSpPr>
        <p:spPr>
          <a:xfrm>
            <a:off x="3602002" y="4057499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3602002" y="3798424"/>
            <a:ext cx="5289839" cy="162096"/>
          </a:xfrm>
        </p:spPr>
        <p:txBody>
          <a:bodyPr/>
          <a:lstStyle/>
          <a:p>
            <a:r>
              <a:rPr/>
              <a:t>Mopeds</a:t>
            </a:r>
          </a:p>
        </p:txBody>
      </p:sp>
      <p:sp>
        <p:nvSpPr>
          <p:cNvPr id="12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11</a:t>
            </a:fld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Monthly Domestic Sales - 2W (Sub-Categories) - Nov '23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38"/>
          </p:nvPr>
        </p:nvPicPr>
        <p:blipFill>
          <a:blip cstate="print" r:embed="rId2"/>
          <a:stretch>
            <a:fillRect/>
          </a:stretch>
        </p:blipFill>
        <p:spPr>
          <a:xfrm>
            <a:off x="644258" y="1590632"/>
            <a:ext cx="4933089" cy="1791760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1"/>
          </p:nvPr>
        </p:nvPicPr>
        <p:blipFill>
          <a:blip cstate="print" r:embed="rId3"/>
          <a:stretch>
            <a:fillRect/>
          </a:stretch>
        </p:blipFill>
        <p:spPr>
          <a:xfrm>
            <a:off x="6486024" y="1590632"/>
            <a:ext cx="4933089" cy="1791760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4"/>
          </p:nvPr>
        </p:nvPicPr>
        <p:blipFill>
          <a:blip cstate="print" r:embed="rId4"/>
          <a:stretch>
            <a:fillRect/>
          </a:stretch>
        </p:blipFill>
        <p:spPr>
          <a:xfrm>
            <a:off x="3602002" y="4379853"/>
            <a:ext cx="4933089" cy="1791760"/>
          </a:xfrm>
          <a:prstGeom prst="rect">
            <a:avLst/>
          </a:prstGeom>
        </p:spPr>
      </p:pic>
      <p:sp>
        <p:nvSpPr>
          <p:cNvPr id="6" name="Text Placeholder 12"/>
          <p:cNvSpPr>
            <a:spLocks noGrp="1"/>
          </p:cNvSpPr>
          <p:nvPr>
            <p:ph type="body" sz="quarter" idx="35" hasCustomPrompt="1"/>
          </p:nvPr>
        </p:nvSpPr>
        <p:spPr>
          <a:xfrm>
            <a:off x="644258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4" hasCustomPrompt="1"/>
          </p:nvPr>
        </p:nvSpPr>
        <p:spPr>
          <a:xfrm>
            <a:off x="644258" y="1009203"/>
            <a:ext cx="5289839" cy="162096"/>
          </a:xfrm>
        </p:spPr>
        <p:txBody>
          <a:bodyPr/>
          <a:lstStyle/>
          <a:p>
            <a:r>
              <a:rPr/>
              <a:t>Scooters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40" hasCustomPrompt="1"/>
          </p:nvPr>
        </p:nvSpPr>
        <p:spPr>
          <a:xfrm>
            <a:off x="6486024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39" hasCustomPrompt="1"/>
          </p:nvPr>
        </p:nvSpPr>
        <p:spPr>
          <a:xfrm>
            <a:off x="6486024" y="1009203"/>
            <a:ext cx="5289839" cy="162096"/>
          </a:xfrm>
        </p:spPr>
        <p:txBody>
          <a:bodyPr/>
          <a:lstStyle/>
          <a:p>
            <a:r>
              <a:rPr/>
              <a:t>Motorcycles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3" hasCustomPrompt="1"/>
          </p:nvPr>
        </p:nvSpPr>
        <p:spPr>
          <a:xfrm>
            <a:off x="3602002" y="4057499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3602002" y="3798424"/>
            <a:ext cx="5289839" cy="162096"/>
          </a:xfrm>
        </p:spPr>
        <p:txBody>
          <a:bodyPr/>
          <a:lstStyle/>
          <a:p>
            <a:r>
              <a:rPr/>
              <a:t>Mopeds</a:t>
            </a:r>
          </a:p>
        </p:txBody>
      </p:sp>
      <p:sp>
        <p:nvSpPr>
          <p:cNvPr id="12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12</a:t>
            </a:fld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Monthly Exports - 2W (Sub-Categories) - Nov '23</a:t>
            </a:r>
          </a:p>
        </p:txBody>
      </p:sp>
      <p:pic>
        <p:nvPicPr>
          <p:cNvPr id="3" name="Chart Placeholder 25" descr=""/>
          <p:cNvPicPr>
            <a:picLocks noGrp="1"/>
          </p:cNvPicPr>
          <p:nvPr>
            <p:ph type="chart" sz="quarter" idx="17"/>
          </p:nvPr>
        </p:nvPicPr>
        <p:blipFill>
          <a:blip cstate="print" r:embed="rId2"/>
          <a:stretch>
            <a:fillRect/>
          </a:stretch>
        </p:blipFill>
        <p:spPr>
          <a:xfrm>
            <a:off x="694663" y="2046702"/>
            <a:ext cx="4859338" cy="3240000"/>
          </a:xfrm>
          <a:prstGeom prst="rect">
            <a:avLst/>
          </a:prstGeom>
        </p:spPr>
      </p:pic>
      <p:pic>
        <p:nvPicPr>
          <p:cNvPr id="4" name="Chart Placeholder 27" descr=""/>
          <p:cNvPicPr>
            <a:picLocks noGrp="1"/>
          </p:cNvPicPr>
          <p:nvPr>
            <p:ph type="chart" sz="quarter" idx="18"/>
          </p:nvPr>
        </p:nvPicPr>
        <p:blipFill>
          <a:blip cstate="print" r:embed="rId3"/>
          <a:stretch>
            <a:fillRect/>
          </a:stretch>
        </p:blipFill>
        <p:spPr>
          <a:xfrm>
            <a:off x="6493959" y="2046261"/>
            <a:ext cx="4879786" cy="3221804"/>
          </a:xfrm>
          <a:prstGeom prst="rect">
            <a:avLst/>
          </a:prstGeom>
        </p:spPr>
      </p:pic>
      <p:sp>
        <p:nvSpPr>
          <p:cNvPr id="5" name="Text Placeholder 12"/>
          <p:cNvSpPr>
            <a:spLocks noGrp="1"/>
          </p:cNvSpPr>
          <p:nvPr>
            <p:ph type="body" sz="quarter" idx="33" hasCustomPrompt="1"/>
          </p:nvPr>
        </p:nvSpPr>
        <p:spPr>
          <a:xfrm>
            <a:off x="694663" y="1714073"/>
            <a:ext cx="5399326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6" name="Text Placeholder 12"/>
          <p:cNvSpPr>
            <a:spLocks noGrp="1"/>
          </p:cNvSpPr>
          <p:nvPr>
            <p:ph type="body" sz="quarter" idx="32" hasCustomPrompt="1"/>
          </p:nvPr>
        </p:nvSpPr>
        <p:spPr>
          <a:xfrm>
            <a:off x="694663" y="1411401"/>
            <a:ext cx="5400000" cy="162096"/>
          </a:xfrm>
        </p:spPr>
        <p:txBody>
          <a:bodyPr/>
          <a:lstStyle/>
          <a:p>
            <a:r>
              <a:rPr/>
              <a:t>Scooters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5" hasCustomPrompt="1"/>
          </p:nvPr>
        </p:nvSpPr>
        <p:spPr>
          <a:xfrm>
            <a:off x="6501287" y="1685947"/>
            <a:ext cx="5399326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34" hasCustomPrompt="1"/>
          </p:nvPr>
        </p:nvSpPr>
        <p:spPr>
          <a:xfrm>
            <a:off x="6493959" y="1411401"/>
            <a:ext cx="5400000" cy="162096"/>
          </a:xfrm>
        </p:spPr>
        <p:txBody>
          <a:bodyPr/>
          <a:lstStyle/>
          <a:p>
            <a:r>
              <a:rPr/>
              <a:t>Motorcycles</a:t>
            </a:r>
          </a:p>
        </p:txBody>
      </p:sp>
      <p:sp>
        <p:nvSpPr>
          <p:cNvPr id="9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13</a:t>
            </a:fld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Monthly Production Cumulative - Nov '23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38"/>
          </p:nvPr>
        </p:nvPicPr>
        <p:blipFill>
          <a:blip cstate="print" r:embed="rId2"/>
          <a:stretch>
            <a:fillRect/>
          </a:stretch>
        </p:blipFill>
        <p:spPr>
          <a:xfrm>
            <a:off x="644258" y="1590632"/>
            <a:ext cx="4933089" cy="1791760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1"/>
          </p:nvPr>
        </p:nvPicPr>
        <p:blipFill>
          <a:blip cstate="print" r:embed="rId3"/>
          <a:stretch>
            <a:fillRect/>
          </a:stretch>
        </p:blipFill>
        <p:spPr>
          <a:xfrm>
            <a:off x="6486024" y="1590632"/>
            <a:ext cx="4933089" cy="1791760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4"/>
          </p:nvPr>
        </p:nvPicPr>
        <p:blipFill>
          <a:blip cstate="print" r:embed="rId4"/>
          <a:stretch>
            <a:fillRect/>
          </a:stretch>
        </p:blipFill>
        <p:spPr>
          <a:xfrm>
            <a:off x="3602002" y="4379853"/>
            <a:ext cx="4933089" cy="1791760"/>
          </a:xfrm>
          <a:prstGeom prst="rect">
            <a:avLst/>
          </a:prstGeom>
        </p:spPr>
      </p:pic>
      <p:sp>
        <p:nvSpPr>
          <p:cNvPr id="6" name="Text Placeholder 12"/>
          <p:cNvSpPr>
            <a:spLocks noGrp="1"/>
          </p:cNvSpPr>
          <p:nvPr>
            <p:ph type="body" sz="quarter" idx="35" hasCustomPrompt="1"/>
          </p:nvPr>
        </p:nvSpPr>
        <p:spPr>
          <a:xfrm>
            <a:off x="644258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4" hasCustomPrompt="1"/>
          </p:nvPr>
        </p:nvSpPr>
        <p:spPr>
          <a:xfrm>
            <a:off x="644258" y="1009203"/>
            <a:ext cx="5289839" cy="162096"/>
          </a:xfrm>
        </p:spPr>
        <p:txBody>
          <a:bodyPr/>
          <a:lstStyle/>
          <a:p>
            <a:r>
              <a:rPr/>
              <a:t>Passenger Vehicle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40" hasCustomPrompt="1"/>
          </p:nvPr>
        </p:nvSpPr>
        <p:spPr>
          <a:xfrm>
            <a:off x="6486024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39" hasCustomPrompt="1"/>
          </p:nvPr>
        </p:nvSpPr>
        <p:spPr>
          <a:xfrm>
            <a:off x="6486024" y="1009203"/>
            <a:ext cx="5289839" cy="162096"/>
          </a:xfrm>
        </p:spPr>
        <p:txBody>
          <a:bodyPr/>
          <a:lstStyle/>
          <a:p>
            <a:r>
              <a:rPr/>
              <a:t>Two-Wheeler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3" hasCustomPrompt="1"/>
          </p:nvPr>
        </p:nvSpPr>
        <p:spPr>
          <a:xfrm>
            <a:off x="3602002" y="4057499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3602002" y="3798424"/>
            <a:ext cx="5289839" cy="162096"/>
          </a:xfrm>
        </p:spPr>
        <p:txBody>
          <a:bodyPr/>
          <a:lstStyle/>
          <a:p>
            <a:r>
              <a:rPr/>
              <a:t>Three-Wheeler</a:t>
            </a:r>
          </a:p>
        </p:txBody>
      </p:sp>
      <p:sp>
        <p:nvSpPr>
          <p:cNvPr id="12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14</a:t>
            </a:fld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Monthly Domestic Sales Cumulative - Nov '23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38"/>
          </p:nvPr>
        </p:nvPicPr>
        <p:blipFill>
          <a:blip cstate="print" r:embed="rId2"/>
          <a:stretch>
            <a:fillRect/>
          </a:stretch>
        </p:blipFill>
        <p:spPr>
          <a:xfrm>
            <a:off x="644258" y="1590632"/>
            <a:ext cx="4933089" cy="1791760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1"/>
          </p:nvPr>
        </p:nvPicPr>
        <p:blipFill>
          <a:blip cstate="print" r:embed="rId3"/>
          <a:stretch>
            <a:fillRect/>
          </a:stretch>
        </p:blipFill>
        <p:spPr>
          <a:xfrm>
            <a:off x="6486024" y="1590632"/>
            <a:ext cx="4933089" cy="1791760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4"/>
          </p:nvPr>
        </p:nvPicPr>
        <p:blipFill>
          <a:blip cstate="print" r:embed="rId4"/>
          <a:stretch>
            <a:fillRect/>
          </a:stretch>
        </p:blipFill>
        <p:spPr>
          <a:xfrm>
            <a:off x="3602002" y="4379853"/>
            <a:ext cx="4933089" cy="1791760"/>
          </a:xfrm>
          <a:prstGeom prst="rect">
            <a:avLst/>
          </a:prstGeom>
        </p:spPr>
      </p:pic>
      <p:sp>
        <p:nvSpPr>
          <p:cNvPr id="6" name="Text Placeholder 12"/>
          <p:cNvSpPr>
            <a:spLocks noGrp="1"/>
          </p:cNvSpPr>
          <p:nvPr>
            <p:ph type="body" sz="quarter" idx="35" hasCustomPrompt="1"/>
          </p:nvPr>
        </p:nvSpPr>
        <p:spPr>
          <a:xfrm>
            <a:off x="644258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4" hasCustomPrompt="1"/>
          </p:nvPr>
        </p:nvSpPr>
        <p:spPr>
          <a:xfrm>
            <a:off x="644258" y="1009203"/>
            <a:ext cx="5289839" cy="162096"/>
          </a:xfrm>
        </p:spPr>
        <p:txBody>
          <a:bodyPr/>
          <a:lstStyle/>
          <a:p>
            <a:r>
              <a:rPr/>
              <a:t>Passenger Vehicle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40" hasCustomPrompt="1"/>
          </p:nvPr>
        </p:nvSpPr>
        <p:spPr>
          <a:xfrm>
            <a:off x="6486024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39" hasCustomPrompt="1"/>
          </p:nvPr>
        </p:nvSpPr>
        <p:spPr>
          <a:xfrm>
            <a:off x="6486024" y="1009203"/>
            <a:ext cx="5289839" cy="162096"/>
          </a:xfrm>
        </p:spPr>
        <p:txBody>
          <a:bodyPr/>
          <a:lstStyle/>
          <a:p>
            <a:r>
              <a:rPr/>
              <a:t>Two-Wheeler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3" hasCustomPrompt="1"/>
          </p:nvPr>
        </p:nvSpPr>
        <p:spPr>
          <a:xfrm>
            <a:off x="3602002" y="4057499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3602002" y="3798424"/>
            <a:ext cx="5289839" cy="162096"/>
          </a:xfrm>
        </p:spPr>
        <p:txBody>
          <a:bodyPr/>
          <a:lstStyle/>
          <a:p>
            <a:r>
              <a:rPr/>
              <a:t>Three-Wheeler</a:t>
            </a:r>
          </a:p>
        </p:txBody>
      </p:sp>
      <p:sp>
        <p:nvSpPr>
          <p:cNvPr id="12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15</a:t>
            </a:fld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Monthly Exports Cumulative - Nov '23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38"/>
          </p:nvPr>
        </p:nvPicPr>
        <p:blipFill>
          <a:blip cstate="print" r:embed="rId2"/>
          <a:stretch>
            <a:fillRect/>
          </a:stretch>
        </p:blipFill>
        <p:spPr>
          <a:xfrm>
            <a:off x="644258" y="1590632"/>
            <a:ext cx="4933089" cy="1791760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1"/>
          </p:nvPr>
        </p:nvPicPr>
        <p:blipFill>
          <a:blip cstate="print" r:embed="rId3"/>
          <a:stretch>
            <a:fillRect/>
          </a:stretch>
        </p:blipFill>
        <p:spPr>
          <a:xfrm>
            <a:off x="6486024" y="1590632"/>
            <a:ext cx="4933089" cy="1791760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4"/>
          </p:nvPr>
        </p:nvPicPr>
        <p:blipFill>
          <a:blip cstate="print" r:embed="rId4"/>
          <a:stretch>
            <a:fillRect/>
          </a:stretch>
        </p:blipFill>
        <p:spPr>
          <a:xfrm>
            <a:off x="3602002" y="4379853"/>
            <a:ext cx="4933089" cy="1791760"/>
          </a:xfrm>
          <a:prstGeom prst="rect">
            <a:avLst/>
          </a:prstGeom>
        </p:spPr>
      </p:pic>
      <p:sp>
        <p:nvSpPr>
          <p:cNvPr id="6" name="Text Placeholder 12"/>
          <p:cNvSpPr>
            <a:spLocks noGrp="1"/>
          </p:cNvSpPr>
          <p:nvPr>
            <p:ph type="body" sz="quarter" idx="35" hasCustomPrompt="1"/>
          </p:nvPr>
        </p:nvSpPr>
        <p:spPr>
          <a:xfrm>
            <a:off x="644258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4" hasCustomPrompt="1"/>
          </p:nvPr>
        </p:nvSpPr>
        <p:spPr>
          <a:xfrm>
            <a:off x="644258" y="1009203"/>
            <a:ext cx="5289839" cy="162096"/>
          </a:xfrm>
        </p:spPr>
        <p:txBody>
          <a:bodyPr/>
          <a:lstStyle/>
          <a:p>
            <a:r>
              <a:rPr/>
              <a:t>Passenger Vehicle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40" hasCustomPrompt="1"/>
          </p:nvPr>
        </p:nvSpPr>
        <p:spPr>
          <a:xfrm>
            <a:off x="6486024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39" hasCustomPrompt="1"/>
          </p:nvPr>
        </p:nvSpPr>
        <p:spPr>
          <a:xfrm>
            <a:off x="6486024" y="1009203"/>
            <a:ext cx="5289839" cy="162096"/>
          </a:xfrm>
        </p:spPr>
        <p:txBody>
          <a:bodyPr/>
          <a:lstStyle/>
          <a:p>
            <a:r>
              <a:rPr/>
              <a:t>Two-Wheeler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3" hasCustomPrompt="1"/>
          </p:nvPr>
        </p:nvSpPr>
        <p:spPr>
          <a:xfrm>
            <a:off x="3602002" y="4057499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3602002" y="3798424"/>
            <a:ext cx="5289839" cy="162096"/>
          </a:xfrm>
        </p:spPr>
        <p:txBody>
          <a:bodyPr/>
          <a:lstStyle/>
          <a:p>
            <a:r>
              <a:rPr/>
              <a:t>Three-Wheeler</a:t>
            </a:r>
          </a:p>
        </p:txBody>
      </p:sp>
      <p:sp>
        <p:nvSpPr>
          <p:cNvPr id="12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16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IIF MONTHLY REPORT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Calibri Light"/>
        <a:ea typeface=""/>
        <a:cs typeface=""/>
      </a:majorFont>
      <a:minorFont>
        <a:latin typeface="Avenir LT Std 35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SIAM" id="{BBFAB29D-AAA8-4AC3-9170-D6E0ADFA1E4B}" vid="{290168EC-8404-4ACF-A867-03CC3372D3F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33981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5" baseType="lpstr">
      <vt:lpstr>Arial</vt:lpstr>
      <vt:lpstr>Avenir LT Std 35 Light</vt:lpstr>
      <vt:lpstr>Avenir LT Std 45 Book</vt:lpstr>
      <vt:lpstr>Calibri</vt:lpstr>
      <vt:lpstr>NIIF MONTHLY REPORTS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PowerPoint Presentation</dc:title>
  <dc:creator>Atanu Ganguli</dc:creator>
  <cp:lastModifiedBy/>
  <cp:revision>55</cp:revision>
  <cp:lastPrinted>2022-04-13T06:10:10Z</cp:lastPrinted>
  <dcterms:created xsi:type="dcterms:W3CDTF">2018-10-06T06:23:07Z</dcterms:created>
  <dcterms:modified xsi:type="dcterms:W3CDTF">2023-12-20T18:10:48Z</dcterms:modified>
</cp:coreProperties>
</file>