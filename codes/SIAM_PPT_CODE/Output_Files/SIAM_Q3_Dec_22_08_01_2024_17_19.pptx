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b0c6f8640d84d3175d87f57086d0122c5914a05.png"/>
<Relationship Id="rId3" Type="http://schemas.openxmlformats.org/officeDocument/2006/relationships/image" Target="../media/0a433c558e88dabe10ff43aa5c647801e6d12840.png"/>
<Relationship Id="rId4" Type="http://schemas.openxmlformats.org/officeDocument/2006/relationships/image" Target="../media/c5444cac04cb38802ab8090d9810a2d94e07f3f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8919deb72f316ac23e91345a9a75bb1facfc987.png"/>
<Relationship Id="rId3" Type="http://schemas.openxmlformats.org/officeDocument/2006/relationships/image" Target="../media/2d3e87666f446816b4490d31d12a1298015d1e4e.png"/>
<Relationship Id="rId4" Type="http://schemas.openxmlformats.org/officeDocument/2006/relationships/image" Target="../media/83d435d8b0db1e34039fa89efcd1c7a3eef8b8ab.png"/>
<Relationship Id="rId5" Type="http://schemas.openxmlformats.org/officeDocument/2006/relationships/image" Target="../media/a72a7d576a09b346a8977670db43099675f672ea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18b4b0c3fcdd2547054c81c3fc79b874558118.png"/>
<Relationship Id="rId3" Type="http://schemas.openxmlformats.org/officeDocument/2006/relationships/image" Target="../media/2c0cde44eb104a339418d04a9c6b0fe5ba0bc6c7.png"/>
<Relationship Id="rId4" Type="http://schemas.openxmlformats.org/officeDocument/2006/relationships/image" Target="../media/0c7e504dfabe8c979881f0d4d8acbcf482230a5a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740426692c90ee6a60d27ecaa9f175fa28b742e8.png"/>
<Relationship Id="rId3" Type="http://schemas.openxmlformats.org/officeDocument/2006/relationships/image" Target="../media/8a2dcdbe782fe981ce96c973c7b03a999f03c9d5.png"/>
<Relationship Id="rId4" Type="http://schemas.openxmlformats.org/officeDocument/2006/relationships/image" Target="../media/64d1f926b4deb5041f2a9dab43cfd58d6a38c491.png"/>
<Relationship Id="rId5" Type="http://schemas.openxmlformats.org/officeDocument/2006/relationships/image" Target="../media/9c18e2be0cd42587c687ef9f334f38f256f27b4f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095e2096ebe8aacc38f07474fb7724b5cdb3ca2.png"/>
<Relationship Id="rId3" Type="http://schemas.openxmlformats.org/officeDocument/2006/relationships/image" Target="../media/e5d7a16e0cecc847c5bd0d9902ca18716d277e69.png"/>
<Relationship Id="rId4" Type="http://schemas.openxmlformats.org/officeDocument/2006/relationships/image" Target="../media/19bb5782d046b9f0b5b6adb756d346ff304b3312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d6479769f4672f32bcaa8260b209a2398b80e06.png"/>
<Relationship Id="rId3" Type="http://schemas.openxmlformats.org/officeDocument/2006/relationships/image" Target="../media/bc99f5f9e835b67dc8641101097f2f955944465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ef813d32108adda0c8b0e14e0f04d0f7f96a991.png"/>
<Relationship Id="rId3" Type="http://schemas.openxmlformats.org/officeDocument/2006/relationships/image" Target="../media/378da94d5f90d6779fe000fc0217c3321155fee3.png"/>
<Relationship Id="rId4" Type="http://schemas.openxmlformats.org/officeDocument/2006/relationships/image" Target="../media/d25f7384b9b96b29371201e9969243cedbfd7ecd.png"/>
<Relationship Id="rId5" Type="http://schemas.openxmlformats.org/officeDocument/2006/relationships/image" Target="../media/7cb579406a88fc769d159167009468b1d1bbe5f4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38cfb918173fe94f2609a5bd22799906726e3de.png"/>
<Relationship Id="rId3" Type="http://schemas.openxmlformats.org/officeDocument/2006/relationships/image" Target="../media/2621fa7dc99c44792eeb4b95986ae6027b319e38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62299bf668c8f33c27381e94736808f50c471b2.png"/>
<Relationship Id="rId3" Type="http://schemas.openxmlformats.org/officeDocument/2006/relationships/image" Target="../media/e817005af713c818aa3ad3c4d80f29cd3835d4bf.png"/>
<Relationship Id="rId4" Type="http://schemas.openxmlformats.org/officeDocument/2006/relationships/image" Target="../media/1a320c3206d85bf07f355d8dcfa8a0dc508720a6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9c4fa1ebc713e669a2158d8204b95568ed8c2eaa.png"/>
<Relationship Id="rId3" Type="http://schemas.openxmlformats.org/officeDocument/2006/relationships/image" Target="../media/5e36b868192325d94c64c3616dafc7c85be04e8b.png"/>
<Relationship Id="rId4" Type="http://schemas.openxmlformats.org/officeDocument/2006/relationships/image" Target="../media/431c5f1d342d732f39ee037555af66c2c087de25.png"/>
<Relationship Id="rId5" Type="http://schemas.openxmlformats.org/officeDocument/2006/relationships/image" Target="../media/844d8e17c543fe6d01bfee77ca7f246369320960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7d61f114d013f2a6e994cd3825dbdfb5830a7d64.png"/>
<Relationship Id="rId3" Type="http://schemas.openxmlformats.org/officeDocument/2006/relationships/image" Target="../media/39047dacc7e91c97be8f865a677eb348cf3fbba2.png"/>
<Relationship Id="rId4" Type="http://schemas.openxmlformats.org/officeDocument/2006/relationships/image" Target="../media/d3ef86ecce7ae0291521f7483e81bf496191f21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f624126b96656a2138cd8553076fb1508941d3d.png"/>
<Relationship Id="rId3" Type="http://schemas.openxmlformats.org/officeDocument/2006/relationships/image" Target="../media/cad1cba0637d585970351810705c12731e617df9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48dc834ed34d38a863311f14f17a926abf672d55.png"/>
<Relationship Id="rId3" Type="http://schemas.openxmlformats.org/officeDocument/2006/relationships/image" Target="../media/d87a763ebd3d32ff624eae068a118ae26b8ab19f.png"/>
<Relationship Id="rId4" Type="http://schemas.openxmlformats.org/officeDocument/2006/relationships/image" Target="../media/a1f2d284be9cb159f28a694306d880c79323d987.png"/>
<Relationship Id="rId5" Type="http://schemas.openxmlformats.org/officeDocument/2006/relationships/image" Target="../media/505f802275ea58d4b764927bbcb4fd263766d4bf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1331b061ad135fff82b006da813fdbbae050a40.png"/>
<Relationship Id="rId3" Type="http://schemas.openxmlformats.org/officeDocument/2006/relationships/image" Target="../media/d9462fd21c97a78a0e51ffe11f2b95559da188b4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29d13c182e8a10ef36da25ae456e878212a1377e.png"/>
<Relationship Id="rId3" Type="http://schemas.openxmlformats.org/officeDocument/2006/relationships/image" Target="../media/c3142a2f93da54cd2a20d68681fb8adf0093eb00.png"/>
<Relationship Id="rId4" Type="http://schemas.openxmlformats.org/officeDocument/2006/relationships/image" Target="../media/5e21efa6e97f8c20c04ce9970dba1de1a41ddadc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a01b318c288f299ca1a8d6168be61fbc47453f5.png"/>
<Relationship Id="rId3" Type="http://schemas.openxmlformats.org/officeDocument/2006/relationships/image" Target="../media/b875f7bb7042022ed8975d7ccfe36d3a558185cc.png"/>
<Relationship Id="rId4" Type="http://schemas.openxmlformats.org/officeDocument/2006/relationships/image" Target="../media/035e42dc94beaf1450ab957dacd3c41d2c7573ef.png"/>
<Relationship Id="rId5" Type="http://schemas.openxmlformats.org/officeDocument/2006/relationships/image" Target="../media/d00dd81072cac0953dacb99e379555c166c194f8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546433"/>
                <a:gridCol w="1546433"/>
                <a:gridCol w="1546433"/>
                <a:gridCol w="1546433"/>
                <a:gridCol w="1546433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-9.4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2,294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2,504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2,700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15,268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12,864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9,164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11,213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Nov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2024-01-08T17:22:23Z</dcterms:modified>
</cp:coreProperties>
</file>