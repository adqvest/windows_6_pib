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Theme1SIAM</Template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Atanu Ganguli</dc:creator>
  <cp:lastModifiedBy>Kamalinee M K</cp:lastModifiedBy>
  <cp:revision>60</cp:revision>
  <cp:lastPrinted>2022-04-13T06:10:10Z</cp:lastPrinted>
  <dcterms:created xsi:type="dcterms:W3CDTF">2018-10-06T06:23:07Z</dcterms:created>
  <dcterms:modified xsi:type="dcterms:W3CDTF">2024-01-10T11:45:31Z</dcterms:modified>
</cp:coreProperties>
</file>