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6" d="100"/>
          <a:sy n="86" d="100"/>
        </p:scale>
        <p:origin x="739" y="58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handoutMaster" Target="handoutMasters/handoutMaster1.xml"/><Relationship Id="rId7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04/12/2023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2004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308948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86179"/>
            <a:ext cx="9556690" cy="162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5" r:id="rId7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Theme1SIAM</Template>
  <TotalTime>33981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Atanu Ganguli</dc:creator>
  <cp:lastModifiedBy>Kamalinee M K</cp:lastModifiedBy>
  <cp:revision>55</cp:revision>
  <cp:lastPrinted>2022-04-13T06:10:10Z</cp:lastPrinted>
  <dcterms:created xsi:type="dcterms:W3CDTF">2018-10-06T06:23:07Z</dcterms:created>
  <dcterms:modified xsi:type="dcterms:W3CDTF">2023-12-07T08:01:37Z</dcterms:modified>
</cp:coreProperties>
</file>