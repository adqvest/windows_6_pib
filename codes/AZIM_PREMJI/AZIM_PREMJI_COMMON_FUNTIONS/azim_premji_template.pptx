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9906000" cy="6858000" type="A4"/>
  <p:notesSz cx="9926638" cy="67976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2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riram Mahadevan" initials="SM" lastIdx="1" clrIdx="0">
    <p:extLst>
      <p:ext uri="{19B8F6BF-5375-455C-9EA6-DF929625EA0E}">
        <p15:presenceInfo xmlns:p15="http://schemas.microsoft.com/office/powerpoint/2012/main" userId="Sriram Mahadev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993300"/>
    <a:srgbClr val="CC00CC"/>
    <a:srgbClr val="0033CC"/>
    <a:srgbClr val="0066FF"/>
    <a:srgbClr val="33CC33"/>
    <a:srgbClr val="99FF33"/>
    <a:srgbClr val="FFFFCC"/>
    <a:srgbClr val="FF99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90" autoAdjust="0"/>
    <p:restoredTop sz="94189" autoAdjust="0"/>
  </p:normalViewPr>
  <p:slideViewPr>
    <p:cSldViewPr>
      <p:cViewPr varScale="1">
        <p:scale>
          <a:sx n="86" d="100"/>
          <a:sy n="86" d="100"/>
        </p:scale>
        <p:origin x="754" y="48"/>
      </p:cViewPr>
      <p:guideLst>
        <p:guide orient="horz" pos="2112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1848" y="53"/>
      </p:cViewPr>
      <p:guideLst>
        <p:guide orient="horz" pos="2141"/>
        <p:guide pos="3127"/>
      </p:guideLst>
    </p:cSldViewPr>
  </p:notes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 MT"/>
              </a:defRPr>
            </a:lvl1pPr>
          </a:lstStyle>
          <a:p>
            <a:pPr>
              <a:defRPr/>
            </a:pPr>
            <a:fld id="{FF6D5B5C-A739-44BB-A5D1-C9AE4A77D566}" type="datetimeFigureOut">
              <a:rPr lang="en-US"/>
              <a:pPr>
                <a:defRPr/>
              </a:pPr>
              <a:t>6/24/2024</a:t>
            </a:fld>
            <a:endParaRPr lang="en-US" dirty="0"/>
          </a:p>
        </p:txBody>
      </p:sp>
      <p:sp>
        <p:nvSpPr>
          <p:cNvPr id="223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23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 MT"/>
              </a:defRPr>
            </a:lvl1pPr>
          </a:lstStyle>
          <a:p>
            <a:pPr>
              <a:defRPr/>
            </a:pPr>
            <a:fld id="{967171D5-33D9-4AD7-A4B4-FA32A195DB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3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FF52E82-81E9-4849-85B2-7E13DDB45A0F}" type="datetimeFigureOut">
              <a:rPr lang="en-US"/>
              <a:pPr>
                <a:defRPr/>
              </a:pPr>
              <a:t>6/24/2024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201" y="3228705"/>
            <a:ext cx="7942238" cy="3059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Calibri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C74183B-9758-4498-B719-3B90EF8C1E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0380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3F0C-1910-718F-6363-8B4E0D3D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084825"/>
            <a:ext cx="8915400" cy="2803565"/>
          </a:xfrm>
        </p:spPr>
        <p:txBody>
          <a:bodyPr/>
          <a:lstStyle>
            <a:lvl1pPr algn="ctr">
              <a:defRPr sz="3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9C013-0595-D4D4-4C3A-C14515125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F1BBA18-D85F-AC42-3F55-827D5F1F9A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23000" y="5118820"/>
            <a:ext cx="4860000" cy="384050"/>
          </a:xfrm>
          <a:prstGeom prst="rect">
            <a:avLst/>
          </a:prstGeom>
        </p:spPr>
        <p:txBody>
          <a:bodyPr wrap="none" lIns="0" tIns="0" rIns="0" bIns="0"/>
          <a:lstStyle>
            <a:lvl1pPr marL="0" indent="0" algn="ctr">
              <a:lnSpc>
                <a:spcPts val="1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31532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rt Placeholder 10">
            <a:extLst>
              <a:ext uri="{FF2B5EF4-FFF2-40B4-BE49-F238E27FC236}">
                <a16:creationId xmlns:a16="http://schemas.microsoft.com/office/drawing/2014/main" id="{7F82234B-BE2C-4AD1-FCDC-1DA257728DC4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74830" y="1211437"/>
            <a:ext cx="8871555" cy="498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36286FB-5501-B095-90AA-E13FB0FFD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" y="87765"/>
            <a:ext cx="867828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56408554-5AA9-C399-8517-9FE34D634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flipH="1">
            <a:off x="9328150" y="6477003"/>
            <a:ext cx="495300" cy="365125"/>
          </a:xfrm>
        </p:spPr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6051FF47-1D3B-D225-A35D-E52F90192A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4830" y="6580983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6AC478CF-1E9B-86D2-8231-CEB0B41589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4830" y="6333141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slide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30AA3-F816-C54E-4531-57C1FE621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0">
            <a:extLst>
              <a:ext uri="{FF2B5EF4-FFF2-40B4-BE49-F238E27FC236}">
                <a16:creationId xmlns:a16="http://schemas.microsoft.com/office/drawing/2014/main" id="{001A6EC1-02B3-3CB8-D02D-DCF295F314DD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1210" y="1241945"/>
            <a:ext cx="9140390" cy="498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3AE6DA-CA97-39F0-295B-8B170454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8C5AC-C6E1-D0CD-FCDC-4A9953E1A089}"/>
              </a:ext>
            </a:extLst>
          </p:cNvPr>
          <p:cNvSpPr txBox="1"/>
          <p:nvPr userDrawn="1"/>
        </p:nvSpPr>
        <p:spPr>
          <a:xfrm>
            <a:off x="85147" y="6574939"/>
            <a:ext cx="175964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1100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6F4066AF-02B8-1B64-34E8-2FE6111EF6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7DC24F0A-B600-62EF-FE1D-DB97876F41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72" y="6345027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806544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_big_slide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30AA3-F816-C54E-4531-57C1FE621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0">
            <a:extLst>
              <a:ext uri="{FF2B5EF4-FFF2-40B4-BE49-F238E27FC236}">
                <a16:creationId xmlns:a16="http://schemas.microsoft.com/office/drawing/2014/main" id="{001A6EC1-02B3-3CB8-D02D-DCF295F314DD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305995" y="1009485"/>
            <a:ext cx="9140390" cy="498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3AE6DA-CA97-39F0-295B-8B170454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8C5AC-C6E1-D0CD-FCDC-4A9953E1A089}"/>
              </a:ext>
            </a:extLst>
          </p:cNvPr>
          <p:cNvSpPr txBox="1"/>
          <p:nvPr userDrawn="1"/>
        </p:nvSpPr>
        <p:spPr>
          <a:xfrm>
            <a:off x="85147" y="6574939"/>
            <a:ext cx="175964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1100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6F4066AF-02B8-1B64-34E8-2FE6111EF6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BC54BB15-038E-8EF4-8251-39785BFD61C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0743" y="6340288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424481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2D97-0E26-F2E9-5C56-49332A5E7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12CA81-C366-2DA2-06CF-2E4DFFF721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0">
            <a:extLst>
              <a:ext uri="{FF2B5EF4-FFF2-40B4-BE49-F238E27FC236}">
                <a16:creationId xmlns:a16="http://schemas.microsoft.com/office/drawing/2014/main" id="{7728AECC-34D0-6BE3-D575-50D5BBF7AB2F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382805" y="2468875"/>
            <a:ext cx="9140390" cy="2112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2D5B76D-D3BC-BD4D-D55B-B0EF92F777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0743" y="6340288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DE85A5CA-31D2-0D96-4076-8E8440C881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9186" y="6590788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14397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18BE-ED0E-F773-F270-8CAD64D5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546317-D110-72F4-18BC-2B2A30646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0">
            <a:extLst>
              <a:ext uri="{FF2B5EF4-FFF2-40B4-BE49-F238E27FC236}">
                <a16:creationId xmlns:a16="http://schemas.microsoft.com/office/drawing/2014/main" id="{20BD0DB4-0660-AC42-EDC9-4889FAE27590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421210" y="1190537"/>
            <a:ext cx="9140390" cy="22638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5" name="Chart Placeholder 10">
            <a:extLst>
              <a:ext uri="{FF2B5EF4-FFF2-40B4-BE49-F238E27FC236}">
                <a16:creationId xmlns:a16="http://schemas.microsoft.com/office/drawing/2014/main" id="{F1B730C2-57B0-A7D3-A962-94449A65382F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421210" y="3824559"/>
            <a:ext cx="9140390" cy="22638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78BEC01-E1EA-2FF0-67AC-547AFB0030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8303" y="6659565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1C099BC-FE00-207B-134C-EB1040694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8303" y="6411523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0A6410B5-AA7B-9B31-9A0A-707D1DE8BE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835" y="3586609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30295B65-BF99-CECE-F459-30D8F24B21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835" y="980656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4F452380-B452-D00E-1860-35D46257BC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8303" y="6152647"/>
            <a:ext cx="8295479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337413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_chart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 flipH="1">
            <a:off x="9328150" y="6477003"/>
            <a:ext cx="495300" cy="365125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14B669C4-C5FF-4CFD-9FBD-8E30D16247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100A5EE-8ED4-5F42-B6DE-D8B5E546E903}"/>
              </a:ext>
            </a:extLst>
          </p:cNvPr>
          <p:cNvSpPr txBox="1">
            <a:spLocks/>
          </p:cNvSpPr>
          <p:nvPr userDrawn="1"/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Gill Sans MT" pitchFamily="34" charset="0"/>
                <a:ea typeface="+mn-ea"/>
                <a:cs typeface="+mn-cs"/>
              </a:defRPr>
            </a:lvl9pPr>
          </a:lstStyle>
          <a:p>
            <a:fld id="{876B725F-5D95-4426-955A-5CC87B0424AA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CE96A1-BC51-A818-00F6-392303214300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65BBFE-F306-DCB2-7CD1-19642CDBFE5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hart Placeholder 17">
            <a:extLst>
              <a:ext uri="{FF2B5EF4-FFF2-40B4-BE49-F238E27FC236}">
                <a16:creationId xmlns:a16="http://schemas.microsoft.com/office/drawing/2014/main" id="{A8549F94-FD76-8880-4D59-94399FE72E3E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2375" y="1118830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4" name="Chart Placeholder 17">
            <a:extLst>
              <a:ext uri="{FF2B5EF4-FFF2-40B4-BE49-F238E27FC236}">
                <a16:creationId xmlns:a16="http://schemas.microsoft.com/office/drawing/2014/main" id="{00C810D7-BC37-5516-02C0-B180FEE521F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068220" y="1120677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13E2EC-3309-E04B-7C46-8361D7C65852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1244775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hart Placeholder 17">
            <a:extLst>
              <a:ext uri="{FF2B5EF4-FFF2-40B4-BE49-F238E27FC236}">
                <a16:creationId xmlns:a16="http://schemas.microsoft.com/office/drawing/2014/main" id="{A4A14FCF-87ED-0C3C-633F-0835465C7D11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152375" y="3935700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7" name="Chart Placeholder 17">
            <a:extLst>
              <a:ext uri="{FF2B5EF4-FFF2-40B4-BE49-F238E27FC236}">
                <a16:creationId xmlns:a16="http://schemas.microsoft.com/office/drawing/2014/main" id="{D46294DF-153F-C7BC-238F-3780220837E7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5057240" y="3935299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BD083-3851-1643-C448-90C17EF00700}"/>
              </a:ext>
            </a:extLst>
          </p:cNvPr>
          <p:cNvSpPr txBox="1"/>
          <p:nvPr userDrawn="1"/>
        </p:nvSpPr>
        <p:spPr>
          <a:xfrm>
            <a:off x="85147" y="6574939"/>
            <a:ext cx="175964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2A7DF-D365-0090-F3BD-395A1A651A57}"/>
              </a:ext>
            </a:extLst>
          </p:cNvPr>
          <p:cNvSpPr txBox="1"/>
          <p:nvPr userDrawn="1"/>
        </p:nvSpPr>
        <p:spPr>
          <a:xfrm>
            <a:off x="82550" y="6658105"/>
            <a:ext cx="613450" cy="1571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B9CB4FE4-7AC2-698C-D013-9778E59854A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234" y="6642893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slide_aj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303D-5414-4F06-AA93-4DEF9B3807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1640E404-1D54-CA06-4C38-CA56DB0C4F41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2376" y="1118829"/>
            <a:ext cx="4685410" cy="47296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6" name="Chart Placeholder 17">
            <a:extLst>
              <a:ext uri="{FF2B5EF4-FFF2-40B4-BE49-F238E27FC236}">
                <a16:creationId xmlns:a16="http://schemas.microsoft.com/office/drawing/2014/main" id="{553174E6-06C6-4507-73C9-A267FD9E5DE3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068216" y="1118829"/>
            <a:ext cx="4685410" cy="47296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EA77394C-DBFD-367E-C6C4-951F5496B0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376" y="6578880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97F5C-AF94-3BFB-614A-8DF942F4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2119B6-03C7-F812-334A-ADDA45DEE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489B74-F7D4-4336-B957-705510393D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89DF4B5A-D356-967B-39DD-DED0CF677ECA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52375" y="1118830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Chart Placeholder 17">
            <a:extLst>
              <a:ext uri="{FF2B5EF4-FFF2-40B4-BE49-F238E27FC236}">
                <a16:creationId xmlns:a16="http://schemas.microsoft.com/office/drawing/2014/main" id="{072156A1-A9A1-0153-4FFA-C64A1E0475E8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068220" y="1120677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6" name="Chart Placeholder 17">
            <a:extLst>
              <a:ext uri="{FF2B5EF4-FFF2-40B4-BE49-F238E27FC236}">
                <a16:creationId xmlns:a16="http://schemas.microsoft.com/office/drawing/2014/main" id="{79E47F95-3453-BF33-A3B1-D9E2863AD814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2725517" y="3944202"/>
            <a:ext cx="4685405" cy="26209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E20A1B34-80AB-0498-819A-2557CB5471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376" y="6578880"/>
            <a:ext cx="4860000" cy="157163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ts val="1000"/>
              </a:lnSpc>
              <a:spcBef>
                <a:spcPts val="0"/>
              </a:spcBef>
              <a:buNone/>
              <a:defRPr sz="1100" b="0" i="0">
                <a:solidFill>
                  <a:schemeClr val="tx1"/>
                </a:solidFill>
              </a:defRPr>
            </a:lvl1pPr>
            <a:lvl2pPr>
              <a:defRPr sz="105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68179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4"/>
          <p:cNvSpPr>
            <a:spLocks noGrp="1"/>
          </p:cNvSpPr>
          <p:nvPr>
            <p:ph type="title"/>
          </p:nvPr>
        </p:nvSpPr>
        <p:spPr bwMode="auto">
          <a:xfrm>
            <a:off x="0" y="152400"/>
            <a:ext cx="8915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Text Placeholder 15"/>
          <p:cNvSpPr>
            <a:spLocks noGrp="1"/>
          </p:cNvSpPr>
          <p:nvPr>
            <p:ph type="body" idx="1"/>
          </p:nvPr>
        </p:nvSpPr>
        <p:spPr bwMode="auto">
          <a:xfrm>
            <a:off x="0" y="1143000"/>
            <a:ext cx="965835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076" name="Picture 3"/>
          <p:cNvPicPr>
            <a:picLocks noChangeAspect="1" noChangeArrowheads="1"/>
          </p:cNvPicPr>
          <p:nvPr/>
        </p:nvPicPr>
        <p:blipFill>
          <a:blip r:embed="rId11" cstate="print"/>
          <a:srcRect t="6766" r="-4958"/>
          <a:stretch>
            <a:fillRect/>
          </a:stretch>
        </p:blipFill>
        <p:spPr bwMode="auto">
          <a:xfrm>
            <a:off x="7924800" y="0"/>
            <a:ext cx="1857375" cy="74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flipH="1">
            <a:off x="9328150" y="6477003"/>
            <a:ext cx="495300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 b="1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AF489B74-F7D4-4336-B957-705510393D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4"/>
          <p:cNvCxnSpPr/>
          <p:nvPr/>
        </p:nvCxnSpPr>
        <p:spPr>
          <a:xfrm>
            <a:off x="0" y="838200"/>
            <a:ext cx="9906000" cy="0"/>
          </a:xfrm>
          <a:prstGeom prst="line">
            <a:avLst/>
          </a:prstGeom>
          <a:ln w="76200" cmpd="thickThin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 txBox="1">
            <a:spLocks/>
          </p:cNvSpPr>
          <p:nvPr/>
        </p:nvSpPr>
        <p:spPr>
          <a:xfrm flipH="1">
            <a:off x="39222" y="6629403"/>
            <a:ext cx="941283" cy="276999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Confidential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92BB71-2831-24C1-E192-8103B2C899DD}"/>
              </a:ext>
            </a:extLst>
          </p:cNvPr>
          <p:cNvSpPr txBox="1"/>
          <p:nvPr userDrawn="1"/>
        </p:nvSpPr>
        <p:spPr>
          <a:xfrm>
            <a:off x="67558" y="6472796"/>
            <a:ext cx="111374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3C7DA147-133F-73DA-309C-B0A53B95E853}"/>
              </a:ext>
            </a:extLst>
          </p:cNvPr>
          <p:cNvSpPr txBox="1">
            <a:spLocks/>
          </p:cNvSpPr>
          <p:nvPr userDrawn="1"/>
        </p:nvSpPr>
        <p:spPr>
          <a:xfrm>
            <a:off x="8778737" y="6522629"/>
            <a:ext cx="921720" cy="269665"/>
          </a:xfrm>
          <a:prstGeom prst="rect">
            <a:avLst/>
          </a:prstGeom>
        </p:spPr>
        <p:txBody>
          <a:bodyPr wrap="none" lIns="0" tIns="0" rIns="0" bIns="0"/>
          <a:lstStyle>
            <a:lvl1pPr marL="0" indent="0" algn="l" rtl="0" eaLnBrk="0" fontAlgn="base" hangingPunct="0">
              <a:lnSpc>
                <a:spcPts val="1000"/>
              </a:lnSpc>
              <a:spcBef>
                <a:spcPts val="0"/>
              </a:spcBef>
              <a:spcAft>
                <a:spcPts val="600"/>
              </a:spcAft>
              <a:buNone/>
              <a:defRPr sz="110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indent="-350838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913" indent="-363538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1828800" algn="l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buChar char="»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8" r:id="rId2"/>
    <p:sldLayoutId id="2147483700" r:id="rId3"/>
    <p:sldLayoutId id="2147483703" r:id="rId4"/>
    <p:sldLayoutId id="2147483705" r:id="rId5"/>
    <p:sldLayoutId id="2147483704" r:id="rId6"/>
    <p:sldLayoutId id="2147483695" r:id="rId7"/>
    <p:sldLayoutId id="2147483696" r:id="rId8"/>
    <p:sldLayoutId id="2147483702" r:id="rId9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Gill Sans MT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Gill Sans MT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Gill Sans MT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Gill Sans MT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600"/>
        </a:spcAft>
        <a:buChar char="•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14375" indent="-350838" algn="l" rtl="0" eaLnBrk="0" fontAlgn="base" hangingPunct="0">
        <a:spcBef>
          <a:spcPct val="0"/>
        </a:spcBef>
        <a:spcAft>
          <a:spcPts val="600"/>
        </a:spcAft>
        <a:buChar char="–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077913" indent="-363538" algn="l" rtl="0" eaLnBrk="0" fontAlgn="base" hangingPunct="0">
        <a:spcBef>
          <a:spcPct val="0"/>
        </a:spcBef>
        <a:spcAft>
          <a:spcPts val="600"/>
        </a:spcAft>
        <a:buChar char="•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0" algn="l" rtl="0" eaLnBrk="0" fontAlgn="base" hangingPunct="0">
        <a:spcBef>
          <a:spcPct val="0"/>
        </a:spcBef>
        <a:spcAft>
          <a:spcPct val="0"/>
        </a:spcAft>
        <a:buChar char="–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0" algn="l" rtl="0" eaLnBrk="0" fontAlgn="base" hangingPunct="0">
        <a:spcBef>
          <a:spcPct val="0"/>
        </a:spcBef>
        <a:spcAft>
          <a:spcPct val="0"/>
        </a:spcAft>
        <a:buFont typeface="Arial" pitchFamily="34" charset="0"/>
        <a:buChar char="»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Ajim_Premj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E50D3A180C4340BB3309FA32CE9A38" ma:contentTypeVersion="12" ma:contentTypeDescription="Create a new document." ma:contentTypeScope="" ma:versionID="6cafbccf363a3b59e2d884b988a19fbf">
  <xsd:schema xmlns:xsd="http://www.w3.org/2001/XMLSchema" xmlns:xs="http://www.w3.org/2001/XMLSchema" xmlns:p="http://schemas.microsoft.com/office/2006/metadata/properties" xmlns:ns3="eeb77f7e-5f30-4fb0-9cf8-20cb69266a3f" xmlns:ns4="bbf77d06-8b09-4a8e-80d0-ddfb3462f50c" targetNamespace="http://schemas.microsoft.com/office/2006/metadata/properties" ma:root="true" ma:fieldsID="25df498b5c23c1875f201fb0bc040dae" ns3:_="" ns4:_="">
    <xsd:import namespace="eeb77f7e-5f30-4fb0-9cf8-20cb69266a3f"/>
    <xsd:import namespace="bbf77d06-8b09-4a8e-80d0-ddfb3462f50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77f7e-5f30-4fb0-9cf8-20cb69266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77d06-8b09-4a8e-80d0-ddfb3462f50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24C58B-843E-4C0C-B555-775889657FB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8957B41-6B5B-4491-9EE7-D9F8A1C1BB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b77f7e-5f30-4fb0-9cf8-20cb69266a3f"/>
    <ds:schemaRef ds:uri="bbf77d06-8b09-4a8e-80d0-ddfb3462f5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37FDA7-97ED-4D6B-AD23-A5AA46282A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61384</TotalTime>
  <Words>0</Words>
  <Application>Microsoft Office PowerPoint</Application>
  <PresentationFormat>A4 Paper (210x297 mm)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Gill Sans MT</vt:lpstr>
      <vt:lpstr>Times New Roman</vt:lpstr>
      <vt:lpstr>Ajim_Premji</vt:lpstr>
    </vt:vector>
  </TitlesOfParts>
  <Company>Azim Premji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Kamalinee M K</cp:lastModifiedBy>
  <cp:revision>2520</cp:revision>
  <dcterms:created xsi:type="dcterms:W3CDTF">2010-04-16T07:15:01Z</dcterms:created>
  <dcterms:modified xsi:type="dcterms:W3CDTF">2024-06-24T12:21:05Z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0x010100C3E50D3A180C4340BB3309FA32CE9A38</vt:lpwstr>
  </property>
</Properties>
</file>