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
  </p:notesMasterIdLst>
  <p:handoutMasterIdLst>
    <p:handoutMasterId r:id="rId3"/>
  </p:handoutMaster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7F7F7F"/>
    <a:srgbClr val="000000"/>
    <a:srgbClr val="F9A1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69" d="100"/>
          <a:sy n="69" d="100"/>
        </p:scale>
        <p:origin x="780" y="78"/>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820691-BBE5-4E0B-BE4E-4176CC9D7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11F3A67-2110-4104-B6F8-7705801F1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83374-DF26-4CBD-BA46-DD27ABAB7450}" type="datetimeFigureOut">
              <a:rPr lang="en-ID" smtClean="0"/>
              <a:t>24/02/2023</a:t>
            </a:fld>
            <a:endParaRPr lang="en-ID"/>
          </a:p>
        </p:txBody>
      </p:sp>
      <p:sp>
        <p:nvSpPr>
          <p:cNvPr id="4" name="Footer Placeholder 3">
            <a:extLst>
              <a:ext uri="{FF2B5EF4-FFF2-40B4-BE49-F238E27FC236}">
                <a16:creationId xmlns:a16="http://schemas.microsoft.com/office/drawing/2014/main" id="{72E8C0A5-8417-47F0-9F39-EC503D1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B8603A4-DFCF-48BB-882E-2F25FAFD2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8D657-FD46-4C09-839D-2E3F887A4D33}" type="slidenum">
              <a:rPr lang="en-ID" smtClean="0"/>
              <a:t>‹#›</a:t>
            </a:fld>
            <a:endParaRPr lang="en-ID"/>
          </a:p>
        </p:txBody>
      </p:sp>
    </p:spTree>
    <p:extLst>
      <p:ext uri="{BB962C8B-B14F-4D97-AF65-F5344CB8AC3E}">
        <p14:creationId xmlns:p14="http://schemas.microsoft.com/office/powerpoint/2010/main" val="3813664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29BA6-42A2-4F21-9889-D8A3D7BF99B5}" type="datetimeFigureOut">
              <a:rPr lang="en-ID" smtClean="0"/>
              <a:t>24/02/2023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4CA9-A259-4AFE-B603-13801A511DC0}" type="slidenum">
              <a:rPr lang="en-ID" smtClean="0"/>
              <a:t>‹#›</a:t>
            </a:fld>
            <a:endParaRPr lang="en-ID"/>
          </a:p>
        </p:txBody>
      </p:sp>
    </p:spTree>
    <p:extLst>
      <p:ext uri="{BB962C8B-B14F-4D97-AF65-F5344CB8AC3E}">
        <p14:creationId xmlns:p14="http://schemas.microsoft.com/office/powerpoint/2010/main" val="26988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FF2788-8082-49DA-A550-1795EC0EE3EF}"/>
              </a:ext>
            </a:extLst>
          </p:cNvPr>
          <p:cNvSpPr txBox="1"/>
          <p:nvPr userDrawn="1"/>
        </p:nvSpPr>
        <p:spPr>
          <a:xfrm>
            <a:off x="66675" y="6488668"/>
            <a:ext cx="4457700" cy="369332"/>
          </a:xfrm>
          <a:prstGeom prst="rect">
            <a:avLst/>
          </a:prstGeom>
          <a:noFill/>
        </p:spPr>
        <p:txBody>
          <a:bodyPr wrap="square" lIns="0" tIns="0" rIns="0" bIns="0" rtlCol="0" anchor="ctr" anchorCtr="0">
            <a:spAutoFit/>
          </a:bodyPr>
          <a:lstStyle/>
          <a:p>
            <a:pPr algn="l"/>
            <a:r>
              <a:rPr lang="en-US" sz="2400" dirty="0">
                <a:solidFill>
                  <a:srgbClr val="CFD1D2"/>
                </a:solidFill>
                <a:latin typeface="+mj-lt"/>
              </a:rPr>
              <a:t>For Limited Circulation Only</a:t>
            </a:r>
          </a:p>
        </p:txBody>
      </p:sp>
    </p:spTree>
    <p:extLst>
      <p:ext uri="{BB962C8B-B14F-4D97-AF65-F5344CB8AC3E}">
        <p14:creationId xmlns:p14="http://schemas.microsoft.com/office/powerpoint/2010/main" val="22371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8 EXECUTIVE 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CD39569-E88A-4C09-B105-95BC28B39E50}"/>
              </a:ext>
            </a:extLst>
          </p:cNvPr>
          <p:cNvSpPr>
            <a:spLocks noGrp="1"/>
          </p:cNvSpPr>
          <p:nvPr>
            <p:ph type="body" sz="quarter" idx="13"/>
          </p:nvPr>
        </p:nvSpPr>
        <p:spPr>
          <a:xfrm>
            <a:off x="696000" y="1013032"/>
            <a:ext cx="10800000" cy="578035"/>
          </a:xfrm>
          <a:prstGeom prst="rect">
            <a:avLst/>
          </a:prstGeom>
        </p:spPr>
        <p:txBody>
          <a:bodyPr lIns="0" tIns="0" rIns="0" bIns="0">
            <a:noAutofit/>
          </a:bodyPr>
          <a:lstStyle>
            <a:lvl1pPr marL="0" indent="0" algn="just">
              <a:buNone/>
              <a:defRPr sz="1200" b="1">
                <a:solidFill>
                  <a:schemeClr val="accent1"/>
                </a:solidFill>
                <a:latin typeface="+mj-lt"/>
                <a:cs typeface="Calibri Light" panose="020F03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035324D8-0CA2-4F8D-AD1C-8E8EE877F2BD}"/>
              </a:ext>
            </a:extLst>
          </p:cNvPr>
          <p:cNvSpPr>
            <a:spLocks noGrp="1"/>
          </p:cNvSpPr>
          <p:nvPr>
            <p:ph type="body" sz="quarter" idx="14" hasCustomPrompt="1"/>
          </p:nvPr>
        </p:nvSpPr>
        <p:spPr>
          <a:xfrm>
            <a:off x="695999" y="1860839"/>
            <a:ext cx="10800000" cy="193899"/>
          </a:xfrm>
          <a:prstGeom prst="rect">
            <a:avLst/>
          </a:prstGeom>
        </p:spPr>
        <p:txBody>
          <a:bodyPr lIns="0" tIns="0" rIns="0" bIns="0">
            <a:spAutoFit/>
          </a:bodyPr>
          <a:lstStyle>
            <a:lvl1pPr marL="0" indent="0" algn="l">
              <a:buNone/>
              <a:defRPr sz="1400" b="1">
                <a:solidFill>
                  <a:schemeClr val="bg2"/>
                </a:solidFill>
              </a:defRPr>
            </a:lvl1pPr>
            <a:lvl2pPr marL="457200" indent="0">
              <a:buNone/>
              <a:defRPr sz="1400" b="1">
                <a:solidFill>
                  <a:schemeClr val="bg2"/>
                </a:solidFill>
              </a:defRPr>
            </a:lvl2pPr>
            <a:lvl3pPr marL="914400" indent="0">
              <a:buNone/>
              <a:defRPr sz="1400" b="1">
                <a:solidFill>
                  <a:schemeClr val="bg2"/>
                </a:solidFill>
              </a:defRPr>
            </a:lvl3pPr>
            <a:lvl4pPr marL="1371600" indent="0">
              <a:buNone/>
              <a:defRPr sz="1400" b="1">
                <a:solidFill>
                  <a:schemeClr val="bg2"/>
                </a:solidFill>
              </a:defRPr>
            </a:lvl4pPr>
            <a:lvl5pPr marL="1828800" indent="0">
              <a:buNone/>
              <a:defRPr sz="1400" b="1">
                <a:solidFill>
                  <a:schemeClr val="bg2"/>
                </a:solidFill>
              </a:defRPr>
            </a:lvl5pPr>
          </a:lstStyle>
          <a:p>
            <a:pPr lvl="0"/>
            <a:r>
              <a:rPr lang="en-US" dirty="0"/>
              <a:t>Click to edit master text styles</a:t>
            </a:r>
          </a:p>
        </p:txBody>
      </p:sp>
      <p:sp>
        <p:nvSpPr>
          <p:cNvPr id="10" name="TextBox 9">
            <a:extLst>
              <a:ext uri="{FF2B5EF4-FFF2-40B4-BE49-F238E27FC236}">
                <a16:creationId xmlns:a16="http://schemas.microsoft.com/office/drawing/2014/main" id="{2CC0A95D-091C-47EF-A878-DE7BCA0D951D}"/>
              </a:ext>
            </a:extLst>
          </p:cNvPr>
          <p:cNvSpPr txBox="1"/>
          <p:nvPr userDrawn="1"/>
        </p:nvSpPr>
        <p:spPr>
          <a:xfrm>
            <a:off x="695999" y="2220645"/>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01</a:t>
            </a:r>
            <a:endParaRPr lang="en-IN" sz="2400" dirty="0">
              <a:solidFill>
                <a:srgbClr val="CFD1D2"/>
              </a:solidFill>
              <a:latin typeface="+mj-lt"/>
            </a:endParaRPr>
          </a:p>
        </p:txBody>
      </p:sp>
      <p:cxnSp>
        <p:nvCxnSpPr>
          <p:cNvPr id="11" name="Straight Connector 10">
            <a:extLst>
              <a:ext uri="{FF2B5EF4-FFF2-40B4-BE49-F238E27FC236}">
                <a16:creationId xmlns:a16="http://schemas.microsoft.com/office/drawing/2014/main" id="{674AF797-BF8E-4BAD-ADF5-C8D065DB29CB}"/>
              </a:ext>
            </a:extLst>
          </p:cNvPr>
          <p:cNvCxnSpPr>
            <a:cxnSpLocks/>
          </p:cNvCxnSpPr>
          <p:nvPr userDrawn="1"/>
        </p:nvCxnSpPr>
        <p:spPr>
          <a:xfrm>
            <a:off x="0" y="258997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F835E3F2-1CFF-44F4-912B-2A74CCE16C35}"/>
              </a:ext>
            </a:extLst>
          </p:cNvPr>
          <p:cNvSpPr>
            <a:spLocks noGrp="1"/>
          </p:cNvSpPr>
          <p:nvPr userDrawn="1">
            <p:ph type="body" sz="quarter" idx="15"/>
          </p:nvPr>
        </p:nvSpPr>
        <p:spPr>
          <a:xfrm>
            <a:off x="1127999" y="2438625"/>
            <a:ext cx="10368000" cy="132972"/>
          </a:xfrm>
          <a:prstGeom prst="rect">
            <a:avLst/>
          </a:prstGeom>
        </p:spPr>
        <p:txBody>
          <a:bodyPr lIns="0" tIns="0" rIns="0" bIns="0" anchor="ctr" anchorCtr="0"/>
          <a:lstStyle>
            <a:lvl1pPr marL="0" indent="0" algn="just">
              <a:lnSpc>
                <a:spcPts val="1200"/>
              </a:lnSpc>
              <a:spcBef>
                <a:spcPts val="0"/>
              </a:spcBef>
              <a:buNone/>
              <a:defRPr sz="1400" b="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p>
        </p:txBody>
      </p:sp>
      <p:sp>
        <p:nvSpPr>
          <p:cNvPr id="14" name="TextBox 13">
            <a:extLst>
              <a:ext uri="{FF2B5EF4-FFF2-40B4-BE49-F238E27FC236}">
                <a16:creationId xmlns:a16="http://schemas.microsoft.com/office/drawing/2014/main" id="{4B7EB43D-DE96-4C86-AC09-F09560BF1311}"/>
              </a:ext>
            </a:extLst>
          </p:cNvPr>
          <p:cNvSpPr txBox="1"/>
          <p:nvPr userDrawn="1"/>
        </p:nvSpPr>
        <p:spPr>
          <a:xfrm>
            <a:off x="695999" y="2757121"/>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02</a:t>
            </a:r>
            <a:endParaRPr lang="en-IN" sz="2400" dirty="0">
              <a:solidFill>
                <a:srgbClr val="CFD1D2"/>
              </a:solidFill>
              <a:latin typeface="+mj-lt"/>
            </a:endParaRPr>
          </a:p>
        </p:txBody>
      </p:sp>
      <p:cxnSp>
        <p:nvCxnSpPr>
          <p:cNvPr id="15" name="Straight Connector 14">
            <a:extLst>
              <a:ext uri="{FF2B5EF4-FFF2-40B4-BE49-F238E27FC236}">
                <a16:creationId xmlns:a16="http://schemas.microsoft.com/office/drawing/2014/main" id="{BD5D954B-AEEB-42D9-B23B-8A10AE8EE147}"/>
              </a:ext>
            </a:extLst>
          </p:cNvPr>
          <p:cNvCxnSpPr>
            <a:cxnSpLocks/>
          </p:cNvCxnSpPr>
          <p:nvPr userDrawn="1"/>
        </p:nvCxnSpPr>
        <p:spPr>
          <a:xfrm>
            <a:off x="0" y="3126453"/>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34C5F5-F2A7-4EDF-906C-3D261410B629}"/>
              </a:ext>
            </a:extLst>
          </p:cNvPr>
          <p:cNvSpPr txBox="1"/>
          <p:nvPr userDrawn="1"/>
        </p:nvSpPr>
        <p:spPr>
          <a:xfrm>
            <a:off x="674985" y="3293432"/>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03</a:t>
            </a:r>
            <a:endParaRPr lang="en-IN" sz="2400" dirty="0">
              <a:solidFill>
                <a:srgbClr val="CFD1D2"/>
              </a:solidFill>
              <a:latin typeface="+mj-lt"/>
            </a:endParaRPr>
          </a:p>
        </p:txBody>
      </p:sp>
      <p:cxnSp>
        <p:nvCxnSpPr>
          <p:cNvPr id="17" name="Straight Connector 16">
            <a:extLst>
              <a:ext uri="{FF2B5EF4-FFF2-40B4-BE49-F238E27FC236}">
                <a16:creationId xmlns:a16="http://schemas.microsoft.com/office/drawing/2014/main" id="{675780C6-8629-44B8-B974-39EE5817A8AF}"/>
              </a:ext>
            </a:extLst>
          </p:cNvPr>
          <p:cNvCxnSpPr>
            <a:cxnSpLocks/>
          </p:cNvCxnSpPr>
          <p:nvPr userDrawn="1"/>
        </p:nvCxnSpPr>
        <p:spPr>
          <a:xfrm>
            <a:off x="0" y="3706648"/>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438F6-1E30-4FE4-8D3F-607F8B3BAA62}"/>
              </a:ext>
            </a:extLst>
          </p:cNvPr>
          <p:cNvSpPr txBox="1"/>
          <p:nvPr userDrawn="1"/>
        </p:nvSpPr>
        <p:spPr>
          <a:xfrm>
            <a:off x="695999" y="383007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04</a:t>
            </a:r>
            <a:endParaRPr lang="en-IN" sz="2400" dirty="0">
              <a:solidFill>
                <a:srgbClr val="CFD1D2"/>
              </a:solidFill>
              <a:latin typeface="+mj-lt"/>
            </a:endParaRPr>
          </a:p>
        </p:txBody>
      </p:sp>
      <p:cxnSp>
        <p:nvCxnSpPr>
          <p:cNvPr id="19" name="Straight Connector 18">
            <a:extLst>
              <a:ext uri="{FF2B5EF4-FFF2-40B4-BE49-F238E27FC236}">
                <a16:creationId xmlns:a16="http://schemas.microsoft.com/office/drawing/2014/main" id="{6747C112-741C-4351-9A51-6D80F4259352}"/>
              </a:ext>
            </a:extLst>
          </p:cNvPr>
          <p:cNvCxnSpPr>
            <a:cxnSpLocks/>
          </p:cNvCxnSpPr>
          <p:nvPr userDrawn="1"/>
        </p:nvCxnSpPr>
        <p:spPr>
          <a:xfrm>
            <a:off x="0" y="4199405"/>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FCC76-C06D-478F-A4C9-065B72D19449}"/>
              </a:ext>
            </a:extLst>
          </p:cNvPr>
          <p:cNvSpPr txBox="1"/>
          <p:nvPr userDrawn="1"/>
        </p:nvSpPr>
        <p:spPr>
          <a:xfrm>
            <a:off x="695999" y="436654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05</a:t>
            </a:r>
            <a:endParaRPr lang="en-IN" sz="2400" dirty="0">
              <a:solidFill>
                <a:srgbClr val="CFD1D2"/>
              </a:solidFill>
              <a:latin typeface="+mj-lt"/>
            </a:endParaRPr>
          </a:p>
        </p:txBody>
      </p:sp>
      <p:cxnSp>
        <p:nvCxnSpPr>
          <p:cNvPr id="21" name="Straight Connector 20">
            <a:extLst>
              <a:ext uri="{FF2B5EF4-FFF2-40B4-BE49-F238E27FC236}">
                <a16:creationId xmlns:a16="http://schemas.microsoft.com/office/drawing/2014/main" id="{B5F67A7B-F7FD-47D2-89D9-C94D873A6676}"/>
              </a:ext>
            </a:extLst>
          </p:cNvPr>
          <p:cNvCxnSpPr>
            <a:cxnSpLocks/>
          </p:cNvCxnSpPr>
          <p:nvPr userDrawn="1"/>
        </p:nvCxnSpPr>
        <p:spPr>
          <a:xfrm>
            <a:off x="0" y="473588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4B0037-29A5-4DBA-92B9-44BE6F801186}"/>
              </a:ext>
            </a:extLst>
          </p:cNvPr>
          <p:cNvSpPr txBox="1"/>
          <p:nvPr userDrawn="1"/>
        </p:nvSpPr>
        <p:spPr>
          <a:xfrm>
            <a:off x="695999" y="4912857"/>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06</a:t>
            </a:r>
            <a:endParaRPr lang="en-IN" sz="2400" dirty="0">
              <a:solidFill>
                <a:srgbClr val="CFD1D2"/>
              </a:solidFill>
              <a:latin typeface="+mj-lt"/>
            </a:endParaRPr>
          </a:p>
        </p:txBody>
      </p:sp>
      <p:cxnSp>
        <p:nvCxnSpPr>
          <p:cNvPr id="23" name="Straight Connector 22">
            <a:extLst>
              <a:ext uri="{FF2B5EF4-FFF2-40B4-BE49-F238E27FC236}">
                <a16:creationId xmlns:a16="http://schemas.microsoft.com/office/drawing/2014/main" id="{7153FCEA-0D10-43E7-A9FC-D4FC496E5F0A}"/>
              </a:ext>
            </a:extLst>
          </p:cNvPr>
          <p:cNvCxnSpPr>
            <a:cxnSpLocks/>
          </p:cNvCxnSpPr>
          <p:nvPr userDrawn="1"/>
        </p:nvCxnSpPr>
        <p:spPr>
          <a:xfrm>
            <a:off x="0" y="529965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CD660A5-2A8E-460F-8ED3-12F316629F4A}"/>
              </a:ext>
            </a:extLst>
          </p:cNvPr>
          <p:cNvSpPr txBox="1"/>
          <p:nvPr userDrawn="1"/>
        </p:nvSpPr>
        <p:spPr>
          <a:xfrm>
            <a:off x="695999" y="544933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07</a:t>
            </a:r>
            <a:endParaRPr lang="en-IN" sz="2400" dirty="0">
              <a:solidFill>
                <a:srgbClr val="CFD1D2"/>
              </a:solidFill>
              <a:latin typeface="+mj-lt"/>
            </a:endParaRPr>
          </a:p>
        </p:txBody>
      </p:sp>
      <p:cxnSp>
        <p:nvCxnSpPr>
          <p:cNvPr id="25" name="Straight Connector 24">
            <a:extLst>
              <a:ext uri="{FF2B5EF4-FFF2-40B4-BE49-F238E27FC236}">
                <a16:creationId xmlns:a16="http://schemas.microsoft.com/office/drawing/2014/main" id="{88A71F2F-84AE-40E0-BACC-904B22758093}"/>
              </a:ext>
            </a:extLst>
          </p:cNvPr>
          <p:cNvCxnSpPr>
            <a:cxnSpLocks/>
          </p:cNvCxnSpPr>
          <p:nvPr userDrawn="1"/>
        </p:nvCxnSpPr>
        <p:spPr>
          <a:xfrm>
            <a:off x="0" y="587765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278378-8892-4969-8044-A2A713BBFB38}"/>
              </a:ext>
            </a:extLst>
          </p:cNvPr>
          <p:cNvSpPr txBox="1"/>
          <p:nvPr userDrawn="1"/>
        </p:nvSpPr>
        <p:spPr>
          <a:xfrm>
            <a:off x="695999" y="598580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08</a:t>
            </a:r>
            <a:endParaRPr lang="en-IN" sz="2400" dirty="0">
              <a:solidFill>
                <a:srgbClr val="CFD1D2"/>
              </a:solidFill>
              <a:latin typeface="+mj-lt"/>
            </a:endParaRPr>
          </a:p>
        </p:txBody>
      </p:sp>
      <p:cxnSp>
        <p:nvCxnSpPr>
          <p:cNvPr id="27" name="Straight Connector 26">
            <a:extLst>
              <a:ext uri="{FF2B5EF4-FFF2-40B4-BE49-F238E27FC236}">
                <a16:creationId xmlns:a16="http://schemas.microsoft.com/office/drawing/2014/main" id="{36844898-5867-41FD-BF71-EE130242CD8A}"/>
              </a:ext>
            </a:extLst>
          </p:cNvPr>
          <p:cNvCxnSpPr>
            <a:cxnSpLocks/>
          </p:cNvCxnSpPr>
          <p:nvPr userDrawn="1"/>
        </p:nvCxnSpPr>
        <p:spPr>
          <a:xfrm>
            <a:off x="0" y="635514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35" name="Text Placeholder 34">
            <a:extLst>
              <a:ext uri="{FF2B5EF4-FFF2-40B4-BE49-F238E27FC236}">
                <a16:creationId xmlns:a16="http://schemas.microsoft.com/office/drawing/2014/main" id="{9B6C3715-D2FE-406E-8ED3-3A9BA8A3D565}"/>
              </a:ext>
            </a:extLst>
          </p:cNvPr>
          <p:cNvSpPr>
            <a:spLocks noGrp="1"/>
          </p:cNvSpPr>
          <p:nvPr userDrawn="1">
            <p:ph type="body" sz="quarter" idx="16"/>
          </p:nvPr>
        </p:nvSpPr>
        <p:spPr>
          <a:xfrm>
            <a:off x="1127323" y="2962040"/>
            <a:ext cx="10368676" cy="164249"/>
          </a:xfrm>
          <a:prstGeom prst="rect">
            <a:avLst/>
          </a:prstGeom>
        </p:spPr>
        <p:txBody>
          <a:bodyPr lIns="0" tIns="0" rIns="0" bIns="0" anchor="ctr" anchorCtr="0"/>
          <a:lstStyle>
            <a:lvl1pPr marL="0" indent="0" algn="just">
              <a:lnSpc>
                <a:spcPts val="1200"/>
              </a:lnSpc>
              <a:spcBef>
                <a:spcPts val="0"/>
              </a:spcBef>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endParaRPr lang="en-IN" dirty="0"/>
          </a:p>
        </p:txBody>
      </p:sp>
      <p:sp>
        <p:nvSpPr>
          <p:cNvPr id="39" name="Text Placeholder 38">
            <a:extLst>
              <a:ext uri="{FF2B5EF4-FFF2-40B4-BE49-F238E27FC236}">
                <a16:creationId xmlns:a16="http://schemas.microsoft.com/office/drawing/2014/main" id="{ED651D05-A89C-45F0-8CB2-5515B2C0D60A}"/>
              </a:ext>
            </a:extLst>
          </p:cNvPr>
          <p:cNvSpPr>
            <a:spLocks noGrp="1"/>
          </p:cNvSpPr>
          <p:nvPr userDrawn="1">
            <p:ph type="body" sz="quarter" idx="18"/>
          </p:nvPr>
        </p:nvSpPr>
        <p:spPr>
          <a:xfrm>
            <a:off x="1127999" y="404776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1" name="Text Placeholder 40">
            <a:extLst>
              <a:ext uri="{FF2B5EF4-FFF2-40B4-BE49-F238E27FC236}">
                <a16:creationId xmlns:a16="http://schemas.microsoft.com/office/drawing/2014/main" id="{39ADE421-61D7-43B0-BA8C-04427BD4C296}"/>
              </a:ext>
            </a:extLst>
          </p:cNvPr>
          <p:cNvSpPr>
            <a:spLocks noGrp="1"/>
          </p:cNvSpPr>
          <p:nvPr userDrawn="1">
            <p:ph type="body" sz="quarter" idx="19"/>
          </p:nvPr>
        </p:nvSpPr>
        <p:spPr>
          <a:xfrm>
            <a:off x="1127999" y="4584236"/>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3" name="Text Placeholder 42">
            <a:extLst>
              <a:ext uri="{FF2B5EF4-FFF2-40B4-BE49-F238E27FC236}">
                <a16:creationId xmlns:a16="http://schemas.microsoft.com/office/drawing/2014/main" id="{6090E5A2-CA0F-457F-B82F-23F7037C8699}"/>
              </a:ext>
            </a:extLst>
          </p:cNvPr>
          <p:cNvSpPr>
            <a:spLocks noGrp="1"/>
          </p:cNvSpPr>
          <p:nvPr userDrawn="1">
            <p:ph type="body" sz="quarter" idx="20"/>
          </p:nvPr>
        </p:nvSpPr>
        <p:spPr>
          <a:xfrm>
            <a:off x="1127999" y="5120712"/>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9" name="Text Placeholder 48">
            <a:extLst>
              <a:ext uri="{FF2B5EF4-FFF2-40B4-BE49-F238E27FC236}">
                <a16:creationId xmlns:a16="http://schemas.microsoft.com/office/drawing/2014/main" id="{2C2B7E4D-4E11-4A33-852B-1A2DC2CE8463}"/>
              </a:ext>
            </a:extLst>
          </p:cNvPr>
          <p:cNvSpPr>
            <a:spLocks noGrp="1"/>
          </p:cNvSpPr>
          <p:nvPr userDrawn="1">
            <p:ph type="body" sz="quarter" idx="21"/>
          </p:nvPr>
        </p:nvSpPr>
        <p:spPr>
          <a:xfrm>
            <a:off x="1127999" y="5741073"/>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51" name="Text Placeholder 50">
            <a:extLst>
              <a:ext uri="{FF2B5EF4-FFF2-40B4-BE49-F238E27FC236}">
                <a16:creationId xmlns:a16="http://schemas.microsoft.com/office/drawing/2014/main" id="{E0596053-6CA4-41F4-8A34-05626CDF6975}"/>
              </a:ext>
            </a:extLst>
          </p:cNvPr>
          <p:cNvSpPr>
            <a:spLocks noGrp="1"/>
          </p:cNvSpPr>
          <p:nvPr userDrawn="1">
            <p:ph type="body" sz="quarter" idx="22"/>
          </p:nvPr>
        </p:nvSpPr>
        <p:spPr>
          <a:xfrm>
            <a:off x="1127999" y="6211084"/>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63" name="Slide Number Placeholder 5">
            <a:extLst>
              <a:ext uri="{FF2B5EF4-FFF2-40B4-BE49-F238E27FC236}">
                <a16:creationId xmlns:a16="http://schemas.microsoft.com/office/drawing/2014/main" id="{18C157A2-0D09-4062-A21D-9975BE8C61BF}"/>
              </a:ext>
            </a:extLst>
          </p:cNvPr>
          <p:cNvSpPr>
            <a:spLocks noGrp="1"/>
          </p:cNvSpPr>
          <p:nvPr userDrawn="1">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itle 2">
            <a:extLst>
              <a:ext uri="{FF2B5EF4-FFF2-40B4-BE49-F238E27FC236}">
                <a16:creationId xmlns:a16="http://schemas.microsoft.com/office/drawing/2014/main" id="{3991605B-46DE-4626-B517-16F863DC9BF8}"/>
              </a:ext>
            </a:extLst>
          </p:cNvPr>
          <p:cNvSpPr>
            <a:spLocks noGrp="1"/>
          </p:cNvSpPr>
          <p:nvPr>
            <p:ph type="title"/>
          </p:nvPr>
        </p:nvSpPr>
        <p:spPr/>
        <p:txBody>
          <a:bodyPr/>
          <a:lstStyle/>
          <a:p>
            <a:r>
              <a:rPr lang="en-US" dirty="0"/>
              <a:t>Click to edit Master title style</a:t>
            </a:r>
            <a:endParaRPr lang="en-IN" dirty="0"/>
          </a:p>
        </p:txBody>
      </p:sp>
      <p:sp>
        <p:nvSpPr>
          <p:cNvPr id="32" name="Text Placeholder 38">
            <a:extLst>
              <a:ext uri="{FF2B5EF4-FFF2-40B4-BE49-F238E27FC236}">
                <a16:creationId xmlns:a16="http://schemas.microsoft.com/office/drawing/2014/main" id="{5B6DF4DD-8E71-4366-B981-381D1F582394}"/>
              </a:ext>
            </a:extLst>
          </p:cNvPr>
          <p:cNvSpPr>
            <a:spLocks noGrp="1"/>
          </p:cNvSpPr>
          <p:nvPr>
            <p:ph type="body" sz="quarter" idx="23"/>
          </p:nvPr>
        </p:nvSpPr>
        <p:spPr>
          <a:xfrm>
            <a:off x="1127999" y="354950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Tree>
    <p:extLst>
      <p:ext uri="{BB962C8B-B14F-4D97-AF65-F5344CB8AC3E}">
        <p14:creationId xmlns:p14="http://schemas.microsoft.com/office/powerpoint/2010/main" val="316544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 NOTE SMALLER CHART/TAB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56DFA8-4084-4E15-A7BD-58FC6BD415A2}"/>
              </a:ext>
            </a:extLst>
          </p:cNvPr>
          <p:cNvSpPr>
            <a:spLocks noGrp="1"/>
          </p:cNvSpPr>
          <p:nvPr>
            <p:ph type="body" idx="1"/>
          </p:nvPr>
        </p:nvSpPr>
        <p:spPr>
          <a:xfrm>
            <a:off x="1496291" y="685724"/>
            <a:ext cx="9297861" cy="276999"/>
          </a:xfrm>
          <a:prstGeom prst="rect">
            <a:avLst/>
          </a:prstGeom>
        </p:spPr>
        <p:txBody>
          <a:bodyPr wrap="none" lIns="0" tIns="0" rIns="0" bIns="0" anchor="ctr" anchorCtr="0">
            <a:noAutofit/>
          </a:bodyPr>
          <a:lstStyle>
            <a:lvl1pPr marL="0" indent="0">
              <a:buNone/>
              <a:defRPr lang="en-US" sz="1600" b="1" kern="1200">
                <a:solidFill>
                  <a:srgbClr val="595959"/>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Slide Number Placeholder 5">
            <a:extLst>
              <a:ext uri="{FF2B5EF4-FFF2-40B4-BE49-F238E27FC236}">
                <a16:creationId xmlns:a16="http://schemas.microsoft.com/office/drawing/2014/main" id="{1FDAB035-7720-4825-8164-E5F835A9DE01}"/>
              </a:ext>
            </a:extLst>
          </p:cNvPr>
          <p:cNvSpPr>
            <a:spLocks noGrp="1"/>
          </p:cNvSpPr>
          <p:nvPr>
            <p:ph type="sldNum" sz="quarter" idx="11"/>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8" name="Text Placeholder 7">
            <a:extLst>
              <a:ext uri="{FF2B5EF4-FFF2-40B4-BE49-F238E27FC236}">
                <a16:creationId xmlns:a16="http://schemas.microsoft.com/office/drawing/2014/main" id="{EE887821-621F-4AB0-AC1E-31D3488E6820}"/>
              </a:ext>
            </a:extLst>
          </p:cNvPr>
          <p:cNvSpPr>
            <a:spLocks noGrp="1"/>
          </p:cNvSpPr>
          <p:nvPr>
            <p:ph type="body" sz="quarter" idx="12" hasCustomPrompt="1"/>
          </p:nvPr>
        </p:nvSpPr>
        <p:spPr>
          <a:xfrm>
            <a:off x="1344152" y="1412335"/>
            <a:ext cx="9720000" cy="324000"/>
          </a:xfrm>
          <a:prstGeom prst="rect">
            <a:avLst/>
          </a:prstGeom>
        </p:spPr>
        <p:txBody>
          <a:bodyPr wrap="none" lIns="0" tIns="0" rIns="0" bIns="0">
            <a:noAutofit/>
          </a:bodyPr>
          <a:lstStyle>
            <a:lvl1pPr marL="0" indent="0" algn="ctr" defTabSz="914400" rtl="0" eaLnBrk="1" latinLnBrk="0" hangingPunct="1">
              <a:lnSpc>
                <a:spcPts val="1200"/>
              </a:lnSpc>
              <a:spcBef>
                <a:spcPts val="0"/>
              </a:spcBef>
              <a:buFont typeface="Arial" panose="020B0604020202020204" pitchFamily="34" charset="0"/>
              <a:buNone/>
              <a:defRPr lang="en-US" sz="1400" b="1" kern="1200" dirty="0" smtClean="0">
                <a:solidFill>
                  <a:srgbClr val="000000"/>
                </a:solidFill>
                <a:latin typeface="+mn-lt"/>
                <a:ea typeface="+mn-ea"/>
                <a:cs typeface="+mn-cs"/>
              </a:defRPr>
            </a:lvl1pPr>
            <a:lvl2pPr marL="0" indent="0" algn="ctr" defTabSz="914400" rtl="0" eaLnBrk="1" latinLnBrk="0" hangingPunct="1">
              <a:lnSpc>
                <a:spcPts val="1200"/>
              </a:lnSpc>
              <a:spcBef>
                <a:spcPts val="0"/>
              </a:spcBef>
              <a:buFont typeface="Arial" panose="020B0604020202020204" pitchFamily="34" charset="0"/>
              <a:buNone/>
              <a:defRPr lang="en-US" sz="1200" b="0" kern="1200" dirty="0" smtClean="0">
                <a:solidFill>
                  <a:schemeClr val="tx1"/>
                </a:solidFill>
                <a:latin typeface="+mn-lt"/>
                <a:ea typeface="+mn-ea"/>
                <a:cs typeface="+mn-cs"/>
              </a:defRPr>
            </a:lvl2pPr>
            <a:lvl3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3pPr>
            <a:lvl4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4pPr>
            <a:lvl5pPr marL="0" indent="0" algn="l" defTabSz="914400" rtl="0" eaLnBrk="1" latinLnBrk="0" hangingPunct="1">
              <a:lnSpc>
                <a:spcPts val="1200"/>
              </a:lnSpc>
              <a:spcBef>
                <a:spcPts val="0"/>
              </a:spcBef>
              <a:buFont typeface="Arial" panose="020B0604020202020204" pitchFamily="34" charset="0"/>
              <a:buNone/>
              <a:defRPr lang="en-IN" sz="1400" b="1" kern="1200" dirty="0">
                <a:solidFill>
                  <a:schemeClr val="tx1"/>
                </a:solidFill>
                <a:latin typeface="+mn-lt"/>
                <a:ea typeface="+mn-ea"/>
                <a:cs typeface="+mn-cs"/>
              </a:defRPr>
            </a:lvl5pPr>
          </a:lstStyle>
          <a:p>
            <a:pPr lvl="0"/>
            <a:r>
              <a:rPr lang="en-US" dirty="0"/>
              <a:t>Chart/Table Header</a:t>
            </a:r>
          </a:p>
          <a:p>
            <a:pPr lvl="1"/>
            <a:r>
              <a:rPr lang="en-US" dirty="0"/>
              <a:t>Chart/Table </a:t>
            </a:r>
            <a:r>
              <a:rPr lang="en-US" dirty="0" err="1"/>
              <a:t>Subheader</a:t>
            </a:r>
            <a:endParaRPr lang="en-US" dirty="0"/>
          </a:p>
        </p:txBody>
      </p:sp>
      <p:sp>
        <p:nvSpPr>
          <p:cNvPr id="11" name="Chart Placeholder 10">
            <a:extLst>
              <a:ext uri="{FF2B5EF4-FFF2-40B4-BE49-F238E27FC236}">
                <a16:creationId xmlns:a16="http://schemas.microsoft.com/office/drawing/2014/main" id="{C8263B81-E7AB-47D3-BF1A-F7692F524C27}"/>
              </a:ext>
            </a:extLst>
          </p:cNvPr>
          <p:cNvSpPr>
            <a:spLocks noGrp="1"/>
          </p:cNvSpPr>
          <p:nvPr>
            <p:ph type="chart" sz="quarter" idx="18"/>
          </p:nvPr>
        </p:nvSpPr>
        <p:spPr>
          <a:xfrm>
            <a:off x="1344152" y="2166405"/>
            <a:ext cx="9720000" cy="3420000"/>
          </a:xfrm>
          <a:prstGeom prst="rect">
            <a:avLst/>
          </a:prstGeom>
        </p:spPr>
        <p:txBody>
          <a:bodyPr/>
          <a:lstStyle>
            <a:lvl1pPr marL="0" indent="0">
              <a:buNone/>
              <a:defRPr/>
            </a:lvl1pPr>
          </a:lstStyle>
          <a:p>
            <a:endParaRPr lang="en-IN" dirty="0"/>
          </a:p>
        </p:txBody>
      </p:sp>
      <p:sp>
        <p:nvSpPr>
          <p:cNvPr id="18" name="Text Placeholder 17">
            <a:extLst>
              <a:ext uri="{FF2B5EF4-FFF2-40B4-BE49-F238E27FC236}">
                <a16:creationId xmlns:a16="http://schemas.microsoft.com/office/drawing/2014/main" id="{31D39C50-249C-4971-9D4D-5B2601E89C63}"/>
              </a:ext>
            </a:extLst>
          </p:cNvPr>
          <p:cNvSpPr>
            <a:spLocks noGrp="1"/>
          </p:cNvSpPr>
          <p:nvPr>
            <p:ph type="body" sz="quarter" idx="19" hasCustomPrompt="1"/>
          </p:nvPr>
        </p:nvSpPr>
        <p:spPr>
          <a:xfrm>
            <a:off x="1344152" y="5735588"/>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4" name="Title 3">
            <a:extLst>
              <a:ext uri="{FF2B5EF4-FFF2-40B4-BE49-F238E27FC236}">
                <a16:creationId xmlns:a16="http://schemas.microsoft.com/office/drawing/2014/main" id="{A91E0544-D970-4ABA-925C-FDF291D4CE54}"/>
              </a:ext>
            </a:extLst>
          </p:cNvPr>
          <p:cNvSpPr>
            <a:spLocks noGrp="1"/>
          </p:cNvSpPr>
          <p:nvPr>
            <p:ph type="title"/>
          </p:nvPr>
        </p:nvSpPr>
        <p:spPr/>
        <p:txBody>
          <a:bodyPr/>
          <a:lstStyle>
            <a:lvl1pPr>
              <a:defRPr sz="1800">
                <a:solidFill>
                  <a:srgbClr val="F9A148"/>
                </a:solidFill>
                <a:latin typeface="+mj-lt"/>
              </a:defRPr>
            </a:lvl1pPr>
          </a:lstStyle>
          <a:p>
            <a:r>
              <a:rPr lang="en-US" dirty="0"/>
              <a:t>Click to edit Master title style</a:t>
            </a:r>
            <a:endParaRPr lang="en-IN" dirty="0"/>
          </a:p>
        </p:txBody>
      </p:sp>
      <p:sp>
        <p:nvSpPr>
          <p:cNvPr id="9" name="Text Placeholder 7">
            <a:extLst>
              <a:ext uri="{FF2B5EF4-FFF2-40B4-BE49-F238E27FC236}">
                <a16:creationId xmlns:a16="http://schemas.microsoft.com/office/drawing/2014/main" id="{C803DD69-F5B7-477B-961C-466BE2C5BCBD}"/>
              </a:ext>
            </a:extLst>
          </p:cNvPr>
          <p:cNvSpPr>
            <a:spLocks noGrp="1"/>
          </p:cNvSpPr>
          <p:nvPr>
            <p:ph type="body" sz="quarter" idx="27" hasCustomPrompt="1"/>
          </p:nvPr>
        </p:nvSpPr>
        <p:spPr>
          <a:xfrm>
            <a:off x="1344152" y="6016474"/>
            <a:ext cx="9720000" cy="360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Tree>
    <p:extLst>
      <p:ext uri="{BB962C8B-B14F-4D97-AF65-F5344CB8AC3E}">
        <p14:creationId xmlns:p14="http://schemas.microsoft.com/office/powerpoint/2010/main" val="258914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0" indent="216000" algn="l">
              <a:lnSpc>
                <a:spcPts val="1000"/>
              </a:lnSpc>
              <a:spcBef>
                <a:spcPts val="0"/>
              </a:spcBef>
              <a:buFont typeface="+mj-lt"/>
              <a:buNone/>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316320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44494"/>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1074150" y="6582704"/>
            <a:ext cx="9289049" cy="138771"/>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 name="Table Placeholder 12">
            <a:extLst>
              <a:ext uri="{FF2B5EF4-FFF2-40B4-BE49-F238E27FC236}">
                <a16:creationId xmlns:a16="http://schemas.microsoft.com/office/drawing/2014/main" id="{CC851B95-2632-2E45-F5BA-09B466A45BCA}"/>
              </a:ext>
            </a:extLst>
          </p:cNvPr>
          <p:cNvSpPr>
            <a:spLocks noGrp="1"/>
          </p:cNvSpPr>
          <p:nvPr>
            <p:ph type="tbl" sz="quarter" idx="20"/>
          </p:nvPr>
        </p:nvSpPr>
        <p:spPr>
          <a:xfrm>
            <a:off x="1074151" y="1559349"/>
            <a:ext cx="10744477" cy="4855306"/>
          </a:xfrm>
          <a:prstGeom prst="rect">
            <a:avLst/>
          </a:prstGeom>
        </p:spPr>
        <p:txBody>
          <a:bodyPr/>
          <a:lstStyle>
            <a:lvl1pPr marL="0" indent="0">
              <a:buNone/>
              <a:defRPr/>
            </a:lvl1pPr>
          </a:lstStyle>
          <a:p>
            <a:endParaRPr lang="en-IN" dirty="0"/>
          </a:p>
        </p:txBody>
      </p:sp>
      <p:sp>
        <p:nvSpPr>
          <p:cNvPr id="9" name="Text Placeholder 12">
            <a:extLst>
              <a:ext uri="{FF2B5EF4-FFF2-40B4-BE49-F238E27FC236}">
                <a16:creationId xmlns:a16="http://schemas.microsoft.com/office/drawing/2014/main" id="{C9D7AA46-EB43-FACA-EE2F-3965CFF73313}"/>
              </a:ext>
            </a:extLst>
          </p:cNvPr>
          <p:cNvSpPr>
            <a:spLocks noGrp="1"/>
          </p:cNvSpPr>
          <p:nvPr>
            <p:ph type="body" sz="quarter" idx="32" hasCustomPrompt="1"/>
          </p:nvPr>
        </p:nvSpPr>
        <p:spPr>
          <a:xfrm>
            <a:off x="1074152" y="1101922"/>
            <a:ext cx="10744476"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0" name="Text Placeholder 12">
            <a:extLst>
              <a:ext uri="{FF2B5EF4-FFF2-40B4-BE49-F238E27FC236}">
                <a16:creationId xmlns:a16="http://schemas.microsoft.com/office/drawing/2014/main" id="{EB32610F-CA2D-7DA0-28A1-332AE3CC5A81}"/>
              </a:ext>
            </a:extLst>
          </p:cNvPr>
          <p:cNvSpPr>
            <a:spLocks noGrp="1"/>
          </p:cNvSpPr>
          <p:nvPr>
            <p:ph type="body" sz="quarter" idx="33" hasCustomPrompt="1"/>
          </p:nvPr>
        </p:nvSpPr>
        <p:spPr>
          <a:xfrm>
            <a:off x="1074151" y="1286054"/>
            <a:ext cx="10744475"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61733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TH NAME 2 CHAR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2" name="Text Placeholder 12">
            <a:extLst>
              <a:ext uri="{FF2B5EF4-FFF2-40B4-BE49-F238E27FC236}">
                <a16:creationId xmlns:a16="http://schemas.microsoft.com/office/drawing/2014/main" id="{C353EBEF-E4FA-4E23-9C0D-060DA94F758B}"/>
              </a:ext>
            </a:extLst>
          </p:cNvPr>
          <p:cNvSpPr>
            <a:spLocks noGrp="1"/>
          </p:cNvSpPr>
          <p:nvPr>
            <p:ph type="body" sz="quarter" idx="14" hasCustomPrompt="1"/>
          </p:nvPr>
        </p:nvSpPr>
        <p:spPr>
          <a:xfrm>
            <a:off x="6635326" y="1347704"/>
            <a:ext cx="5555998"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694662" y="5362266"/>
            <a:ext cx="5399319"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636000" y="5351467"/>
            <a:ext cx="5334321" cy="143999"/>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5" y="1935085"/>
            <a:ext cx="4859338" cy="32400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636001" y="1935085"/>
            <a:ext cx="4859337" cy="3240000"/>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 Placeholder 7">
            <a:extLst>
              <a:ext uri="{FF2B5EF4-FFF2-40B4-BE49-F238E27FC236}">
                <a16:creationId xmlns:a16="http://schemas.microsoft.com/office/drawing/2014/main" id="{FDDA5DA5-5F2D-4206-8017-BD0B53DD38CA}"/>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635326" y="1530387"/>
            <a:ext cx="555599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694663" y="1345832"/>
            <a:ext cx="540000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694663" y="1530388"/>
            <a:ext cx="53993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3" name="Text Placeholder 7">
            <a:extLst>
              <a:ext uri="{FF2B5EF4-FFF2-40B4-BE49-F238E27FC236}">
                <a16:creationId xmlns:a16="http://schemas.microsoft.com/office/drawing/2014/main" id="{FF57FF3E-FBE4-440A-B402-B0C093D41FAF}"/>
              </a:ext>
            </a:extLst>
          </p:cNvPr>
          <p:cNvSpPr>
            <a:spLocks noGrp="1"/>
          </p:cNvSpPr>
          <p:nvPr>
            <p:ph type="body" sz="quarter" idx="34" hasCustomPrompt="1"/>
          </p:nvPr>
        </p:nvSpPr>
        <p:spPr>
          <a:xfrm>
            <a:off x="694662" y="5760671"/>
            <a:ext cx="5399327" cy="144000"/>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4" name="Text Placeholder 7">
            <a:extLst>
              <a:ext uri="{FF2B5EF4-FFF2-40B4-BE49-F238E27FC236}">
                <a16:creationId xmlns:a16="http://schemas.microsoft.com/office/drawing/2014/main" id="{A49E8A13-8485-4BCB-AED2-69F6C6B3CDAA}"/>
              </a:ext>
            </a:extLst>
          </p:cNvPr>
          <p:cNvSpPr>
            <a:spLocks noGrp="1"/>
          </p:cNvSpPr>
          <p:nvPr>
            <p:ph type="body" sz="quarter" idx="35" hasCustomPrompt="1"/>
          </p:nvPr>
        </p:nvSpPr>
        <p:spPr>
          <a:xfrm>
            <a:off x="6635338"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5" name="Text Placeholder 7">
            <a:extLst>
              <a:ext uri="{FF2B5EF4-FFF2-40B4-BE49-F238E27FC236}">
                <a16:creationId xmlns:a16="http://schemas.microsoft.com/office/drawing/2014/main" id="{F57A3338-32A9-4B0E-950E-FA1B9F5663C5}"/>
              </a:ext>
            </a:extLst>
          </p:cNvPr>
          <p:cNvSpPr>
            <a:spLocks noGrp="1"/>
          </p:cNvSpPr>
          <p:nvPr>
            <p:ph type="body" sz="quarter" idx="36" hasCustomPrompt="1"/>
          </p:nvPr>
        </p:nvSpPr>
        <p:spPr>
          <a:xfrm>
            <a:off x="6635326" y="5793052"/>
            <a:ext cx="5183287" cy="144000"/>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Tree>
    <p:extLst>
      <p:ext uri="{BB962C8B-B14F-4D97-AF65-F5344CB8AC3E}">
        <p14:creationId xmlns:p14="http://schemas.microsoft.com/office/powerpoint/2010/main" val="273698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ITH NAME 2 CHARTS_MAP">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97337" y="6541475"/>
            <a:ext cx="321292" cy="184666"/>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768047" y="6408275"/>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562629" y="6409772"/>
            <a:ext cx="4860000" cy="131703"/>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768709" y="1906297"/>
            <a:ext cx="4859338" cy="4363953"/>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562629" y="1906297"/>
            <a:ext cx="4859337" cy="4363355"/>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562629" y="1544114"/>
            <a:ext cx="4860000" cy="166199"/>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769371" y="1300087"/>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768709" y="1550972"/>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6" name="Text Placeholder 12">
            <a:extLst>
              <a:ext uri="{FF2B5EF4-FFF2-40B4-BE49-F238E27FC236}">
                <a16:creationId xmlns:a16="http://schemas.microsoft.com/office/drawing/2014/main" id="{E10C69AD-B54B-4370-83E7-09B0854734C5}"/>
              </a:ext>
            </a:extLst>
          </p:cNvPr>
          <p:cNvSpPr>
            <a:spLocks noGrp="1"/>
          </p:cNvSpPr>
          <p:nvPr>
            <p:ph type="body" sz="quarter" idx="34" hasCustomPrompt="1"/>
          </p:nvPr>
        </p:nvSpPr>
        <p:spPr>
          <a:xfrm>
            <a:off x="6562629" y="1300087"/>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Tree>
    <p:extLst>
      <p:ext uri="{BB962C8B-B14F-4D97-AF65-F5344CB8AC3E}">
        <p14:creationId xmlns:p14="http://schemas.microsoft.com/office/powerpoint/2010/main" val="21414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TH NAME CHART/ MEDIUM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4859338"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2" y="1345832"/>
            <a:ext cx="100994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1" y="1530388"/>
            <a:ext cx="1009948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3" y="5362266"/>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4860000" cy="576000"/>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6096001" y="1909764"/>
            <a:ext cx="5400674"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2311897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TH NAME CHART/ SMALL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7543510"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3" y="1345832"/>
            <a:ext cx="1080201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3" y="1562788"/>
            <a:ext cx="1080201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2" y="5355364"/>
            <a:ext cx="7340973" cy="166198"/>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7340972" cy="626274"/>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8368145" y="1909764"/>
            <a:ext cx="3128530"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9969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HARTS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F25E-F2B8-471E-845A-A9B339B53F20}"/>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A3F2B95-F2EE-4B9E-BB98-28E26C2CF479}"/>
              </a:ext>
            </a:extLst>
          </p:cNvPr>
          <p:cNvSpPr>
            <a:spLocks noGrp="1"/>
          </p:cNvSpPr>
          <p:nvPr>
            <p:ph type="sldNum" sz="quarter" idx="10"/>
          </p:nvPr>
        </p:nvSpPr>
        <p:spPr/>
        <p:txBody>
          <a:bodyPr/>
          <a:lstStyle/>
          <a:p>
            <a:fld id="{876B725F-5D95-4426-955A-5CC87B0424AA}" type="slidenum">
              <a:rPr lang="en-IN" smtClean="0"/>
              <a:t>‹#›</a:t>
            </a:fld>
            <a:endParaRPr lang="en-IN"/>
          </a:p>
        </p:txBody>
      </p:sp>
      <p:sp>
        <p:nvSpPr>
          <p:cNvPr id="5" name="Text Placeholder 15">
            <a:extLst>
              <a:ext uri="{FF2B5EF4-FFF2-40B4-BE49-F238E27FC236}">
                <a16:creationId xmlns:a16="http://schemas.microsoft.com/office/drawing/2014/main" id="{098F867B-C587-4558-8FD2-D155953F710D}"/>
              </a:ext>
            </a:extLst>
          </p:cNvPr>
          <p:cNvSpPr>
            <a:spLocks noGrp="1"/>
          </p:cNvSpPr>
          <p:nvPr>
            <p:ph type="body" sz="quarter" idx="16" hasCustomPrompt="1"/>
          </p:nvPr>
        </p:nvSpPr>
        <p:spPr>
          <a:xfrm>
            <a:off x="695325"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6" name="Chart Placeholder 17">
            <a:extLst>
              <a:ext uri="{FF2B5EF4-FFF2-40B4-BE49-F238E27FC236}">
                <a16:creationId xmlns:a16="http://schemas.microsoft.com/office/drawing/2014/main" id="{E009A63B-E3E5-449A-8A91-F0424A5F9740}"/>
              </a:ext>
            </a:extLst>
          </p:cNvPr>
          <p:cNvSpPr>
            <a:spLocks noGrp="1"/>
          </p:cNvSpPr>
          <p:nvPr>
            <p:ph type="chart" sz="quarter" idx="17"/>
          </p:nvPr>
        </p:nvSpPr>
        <p:spPr>
          <a:xfrm>
            <a:off x="695325" y="1583677"/>
            <a:ext cx="4860000" cy="2412000"/>
          </a:xfrm>
          <a:prstGeom prst="rect">
            <a:avLst/>
          </a:prstGeom>
        </p:spPr>
        <p:txBody>
          <a:bodyPr/>
          <a:lstStyle>
            <a:lvl1pPr marL="0" indent="0">
              <a:buNone/>
              <a:defRPr/>
            </a:lvl1pPr>
          </a:lstStyle>
          <a:p>
            <a:endParaRPr lang="en-IN" dirty="0"/>
          </a:p>
        </p:txBody>
      </p:sp>
      <p:sp>
        <p:nvSpPr>
          <p:cNvPr id="8" name="Text Placeholder 15">
            <a:extLst>
              <a:ext uri="{FF2B5EF4-FFF2-40B4-BE49-F238E27FC236}">
                <a16:creationId xmlns:a16="http://schemas.microsoft.com/office/drawing/2014/main" id="{1AD2FCD4-A25E-418C-957A-6E5DDDA2172D}"/>
              </a:ext>
            </a:extLst>
          </p:cNvPr>
          <p:cNvSpPr>
            <a:spLocks noGrp="1"/>
          </p:cNvSpPr>
          <p:nvPr>
            <p:ph type="body" sz="quarter" idx="19" hasCustomPrompt="1"/>
          </p:nvPr>
        </p:nvSpPr>
        <p:spPr>
          <a:xfrm>
            <a:off x="6636001"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Chart Placeholder 17">
            <a:extLst>
              <a:ext uri="{FF2B5EF4-FFF2-40B4-BE49-F238E27FC236}">
                <a16:creationId xmlns:a16="http://schemas.microsoft.com/office/drawing/2014/main" id="{4E318CF6-3481-4244-8FB8-C6CBB4B2C246}"/>
              </a:ext>
            </a:extLst>
          </p:cNvPr>
          <p:cNvSpPr>
            <a:spLocks noGrp="1"/>
          </p:cNvSpPr>
          <p:nvPr>
            <p:ph type="chart" sz="quarter" idx="20"/>
          </p:nvPr>
        </p:nvSpPr>
        <p:spPr>
          <a:xfrm>
            <a:off x="6636001" y="1580095"/>
            <a:ext cx="4860000" cy="2412000"/>
          </a:xfrm>
          <a:prstGeom prst="rect">
            <a:avLst/>
          </a:prstGeom>
        </p:spPr>
        <p:txBody>
          <a:bodyPr/>
          <a:lstStyle>
            <a:lvl1pPr marL="0" indent="0">
              <a:buNone/>
              <a:defRPr/>
            </a:lvl1pPr>
          </a:lstStyle>
          <a:p>
            <a:endParaRPr lang="en-IN" dirty="0"/>
          </a:p>
        </p:txBody>
      </p:sp>
      <p:sp>
        <p:nvSpPr>
          <p:cNvPr id="11" name="Text Placeholder 3">
            <a:extLst>
              <a:ext uri="{FF2B5EF4-FFF2-40B4-BE49-F238E27FC236}">
                <a16:creationId xmlns:a16="http://schemas.microsoft.com/office/drawing/2014/main" id="{F406FD56-0E22-4327-AEB3-89915993FEE0}"/>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9D482F1-F331-4F3F-BF94-606FDDE4E355}"/>
              </a:ext>
            </a:extLst>
          </p:cNvPr>
          <p:cNvCxnSpPr>
            <a:cxnSpLocks/>
            <a:endCxn id="14" idx="0"/>
          </p:cNvCxnSpPr>
          <p:nvPr userDrawn="1"/>
        </p:nvCxnSpPr>
        <p:spPr>
          <a:xfrm>
            <a:off x="6096000" y="1270825"/>
            <a:ext cx="0" cy="3495138"/>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2435777-E90A-476E-9864-484E9ADA17F4}"/>
              </a:ext>
            </a:extLst>
          </p:cNvPr>
          <p:cNvSpPr>
            <a:spLocks noGrp="1"/>
          </p:cNvSpPr>
          <p:nvPr>
            <p:ph type="body" sz="quarter" idx="21" hasCustomPrompt="1"/>
          </p:nvPr>
        </p:nvSpPr>
        <p:spPr>
          <a:xfrm>
            <a:off x="695325" y="4765963"/>
            <a:ext cx="10801350" cy="1646943"/>
          </a:xfrm>
          <a:prstGeom prst="rect">
            <a:avLst/>
          </a:prstGeom>
        </p:spPr>
        <p:txBody>
          <a:bodyPr lIns="0" tIns="0" rIns="0" bIns="0"/>
          <a:lstStyle>
            <a:lvl1pPr marL="228600" indent="-228600" algn="just">
              <a:lnSpc>
                <a:spcPts val="1600"/>
              </a:lnSpc>
              <a:spcBef>
                <a:spcPts val="600"/>
              </a:spcBef>
              <a:buFont typeface="+mj-lt"/>
              <a:buAutoNum type="arabicPeriod"/>
              <a:defRPr sz="1050" b="0"/>
            </a:lvl1pPr>
            <a:lvl2pPr marL="174625" indent="-174625">
              <a:lnSpc>
                <a:spcPts val="1600"/>
              </a:lnSpc>
              <a:spcBef>
                <a:spcPts val="600"/>
              </a:spcBef>
              <a:defRPr sz="1400"/>
            </a:lvl2pPr>
          </a:lstStyle>
          <a:p>
            <a:pPr lvl="0"/>
            <a:r>
              <a:rPr lang="en-US" dirty="0"/>
              <a:t>Comment</a:t>
            </a:r>
          </a:p>
        </p:txBody>
      </p:sp>
      <p:sp>
        <p:nvSpPr>
          <p:cNvPr id="13" name="Text Placeholder 12">
            <a:extLst>
              <a:ext uri="{FF2B5EF4-FFF2-40B4-BE49-F238E27FC236}">
                <a16:creationId xmlns:a16="http://schemas.microsoft.com/office/drawing/2014/main" id="{47E270E2-2C78-444D-8DCE-CCF979C13CFD}"/>
              </a:ext>
            </a:extLst>
          </p:cNvPr>
          <p:cNvSpPr>
            <a:spLocks noGrp="1"/>
          </p:cNvSpPr>
          <p:nvPr>
            <p:ph type="body" sz="quarter" idx="39" hasCustomPrompt="1"/>
          </p:nvPr>
        </p:nvSpPr>
        <p:spPr>
          <a:xfrm>
            <a:off x="695323" y="1130724"/>
            <a:ext cx="5400667"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5" name="Text Placeholder 12">
            <a:extLst>
              <a:ext uri="{FF2B5EF4-FFF2-40B4-BE49-F238E27FC236}">
                <a16:creationId xmlns:a16="http://schemas.microsoft.com/office/drawing/2014/main" id="{F22CBED1-6205-4EE7-BC84-7784AC4F18A1}"/>
              </a:ext>
            </a:extLst>
          </p:cNvPr>
          <p:cNvSpPr>
            <a:spLocks noGrp="1"/>
          </p:cNvSpPr>
          <p:nvPr>
            <p:ph type="body" sz="quarter" idx="40" hasCustomPrompt="1"/>
          </p:nvPr>
        </p:nvSpPr>
        <p:spPr>
          <a:xfrm>
            <a:off x="695324" y="1340694"/>
            <a:ext cx="540066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6" name="Text Placeholder 12">
            <a:extLst>
              <a:ext uri="{FF2B5EF4-FFF2-40B4-BE49-F238E27FC236}">
                <a16:creationId xmlns:a16="http://schemas.microsoft.com/office/drawing/2014/main" id="{B1FC6356-6093-4765-98B7-8C537C4109F4}"/>
              </a:ext>
            </a:extLst>
          </p:cNvPr>
          <p:cNvSpPr>
            <a:spLocks noGrp="1"/>
          </p:cNvSpPr>
          <p:nvPr>
            <p:ph type="body" sz="quarter" idx="41" hasCustomPrompt="1"/>
          </p:nvPr>
        </p:nvSpPr>
        <p:spPr>
          <a:xfrm>
            <a:off x="6636000" y="1124034"/>
            <a:ext cx="540067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7" name="Text Placeholder 12">
            <a:extLst>
              <a:ext uri="{FF2B5EF4-FFF2-40B4-BE49-F238E27FC236}">
                <a16:creationId xmlns:a16="http://schemas.microsoft.com/office/drawing/2014/main" id="{17B6EEB0-86FA-49AA-A8D2-098123F9C7A8}"/>
              </a:ext>
            </a:extLst>
          </p:cNvPr>
          <p:cNvSpPr>
            <a:spLocks noGrp="1"/>
          </p:cNvSpPr>
          <p:nvPr>
            <p:ph type="body" sz="quarter" idx="42" hasCustomPrompt="1"/>
          </p:nvPr>
        </p:nvSpPr>
        <p:spPr>
          <a:xfrm>
            <a:off x="6636000" y="1334065"/>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8" name="Text Placeholder 7">
            <a:extLst>
              <a:ext uri="{FF2B5EF4-FFF2-40B4-BE49-F238E27FC236}">
                <a16:creationId xmlns:a16="http://schemas.microsoft.com/office/drawing/2014/main" id="{F86EC418-5FDB-4257-B717-6A791BBC7898}"/>
              </a:ext>
            </a:extLst>
          </p:cNvPr>
          <p:cNvSpPr>
            <a:spLocks noGrp="1"/>
          </p:cNvSpPr>
          <p:nvPr>
            <p:ph type="body" sz="quarter" idx="29" hasCustomPrompt="1"/>
          </p:nvPr>
        </p:nvSpPr>
        <p:spPr>
          <a:xfrm>
            <a:off x="695324" y="4276022"/>
            <a:ext cx="5400669"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9" name="Text Placeholder 7">
            <a:extLst>
              <a:ext uri="{FF2B5EF4-FFF2-40B4-BE49-F238E27FC236}">
                <a16:creationId xmlns:a16="http://schemas.microsoft.com/office/drawing/2014/main" id="{D76762D7-143A-42BC-AFA3-749C97591417}"/>
              </a:ext>
            </a:extLst>
          </p:cNvPr>
          <p:cNvSpPr>
            <a:spLocks noGrp="1"/>
          </p:cNvSpPr>
          <p:nvPr>
            <p:ph type="body" sz="quarter" idx="43" hasCustomPrompt="1"/>
          </p:nvPr>
        </p:nvSpPr>
        <p:spPr>
          <a:xfrm>
            <a:off x="6636000" y="4292375"/>
            <a:ext cx="5182625"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77109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5989ADF-5DAE-4DE2-BF2F-974B5F1F7A5E}"/>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cxnSp>
        <p:nvCxnSpPr>
          <p:cNvPr id="7" name="Straight Connector 6">
            <a:extLst>
              <a:ext uri="{FF2B5EF4-FFF2-40B4-BE49-F238E27FC236}">
                <a16:creationId xmlns:a16="http://schemas.microsoft.com/office/drawing/2014/main" id="{FBD645EB-3180-480E-8379-EAE29A4A15D8}"/>
              </a:ext>
            </a:extLst>
          </p:cNvPr>
          <p:cNvCxnSpPr>
            <a:cxnSpLocks/>
          </p:cNvCxnSpPr>
          <p:nvPr userDrawn="1"/>
        </p:nvCxnSpPr>
        <p:spPr>
          <a:xfrm>
            <a:off x="6096000" y="1270825"/>
            <a:ext cx="0" cy="2556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6B23A2-C7BC-42B1-9B93-814AE147B7A1}"/>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5">
            <a:extLst>
              <a:ext uri="{FF2B5EF4-FFF2-40B4-BE49-F238E27FC236}">
                <a16:creationId xmlns:a16="http://schemas.microsoft.com/office/drawing/2014/main" id="{F7C2336F-A596-4AAA-897A-84F422215817}"/>
              </a:ext>
            </a:extLst>
          </p:cNvPr>
          <p:cNvSpPr>
            <a:spLocks noGrp="1"/>
          </p:cNvSpPr>
          <p:nvPr>
            <p:ph type="body" sz="quarter" idx="16" hasCustomPrompt="1"/>
          </p:nvPr>
        </p:nvSpPr>
        <p:spPr>
          <a:xfrm>
            <a:off x="695325"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3" name="Chart Placeholder 17">
            <a:extLst>
              <a:ext uri="{FF2B5EF4-FFF2-40B4-BE49-F238E27FC236}">
                <a16:creationId xmlns:a16="http://schemas.microsoft.com/office/drawing/2014/main" id="{F372C221-0958-4819-B92F-0E9F9BCC2C48}"/>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15" name="Text Placeholder 15">
            <a:extLst>
              <a:ext uri="{FF2B5EF4-FFF2-40B4-BE49-F238E27FC236}">
                <a16:creationId xmlns:a16="http://schemas.microsoft.com/office/drawing/2014/main" id="{52960D4F-FB93-41DF-9102-69DCAA4FA62E}"/>
              </a:ext>
            </a:extLst>
          </p:cNvPr>
          <p:cNvSpPr>
            <a:spLocks noGrp="1"/>
          </p:cNvSpPr>
          <p:nvPr>
            <p:ph type="body" sz="quarter" idx="19" hasCustomPrompt="1"/>
          </p:nvPr>
        </p:nvSpPr>
        <p:spPr>
          <a:xfrm>
            <a:off x="6636001"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6" name="Chart Placeholder 17">
            <a:extLst>
              <a:ext uri="{FF2B5EF4-FFF2-40B4-BE49-F238E27FC236}">
                <a16:creationId xmlns:a16="http://schemas.microsoft.com/office/drawing/2014/main" id="{9EB49A6B-07EE-4D70-BD7F-14CB2D9C4ED1}"/>
              </a:ext>
            </a:extLst>
          </p:cNvPr>
          <p:cNvSpPr>
            <a:spLocks noGrp="1"/>
          </p:cNvSpPr>
          <p:nvPr>
            <p:ph type="chart" sz="quarter" idx="20"/>
          </p:nvPr>
        </p:nvSpPr>
        <p:spPr>
          <a:xfrm>
            <a:off x="6636001" y="1563949"/>
            <a:ext cx="4860000" cy="1872000"/>
          </a:xfrm>
          <a:prstGeom prst="rect">
            <a:avLst/>
          </a:prstGeom>
        </p:spPr>
        <p:txBody>
          <a:bodyPr/>
          <a:lstStyle>
            <a:lvl1pPr marL="0" indent="0">
              <a:buNone/>
              <a:defRPr/>
            </a:lvl1pPr>
          </a:lstStyle>
          <a:p>
            <a:endParaRPr lang="en-IN" dirty="0"/>
          </a:p>
        </p:txBody>
      </p:sp>
      <p:sp>
        <p:nvSpPr>
          <p:cNvPr id="21" name="Text Placeholder 15">
            <a:extLst>
              <a:ext uri="{FF2B5EF4-FFF2-40B4-BE49-F238E27FC236}">
                <a16:creationId xmlns:a16="http://schemas.microsoft.com/office/drawing/2014/main" id="{1BC11266-EED7-440E-9789-A2C5CAB9C2AF}"/>
              </a:ext>
            </a:extLst>
          </p:cNvPr>
          <p:cNvSpPr>
            <a:spLocks noGrp="1"/>
          </p:cNvSpPr>
          <p:nvPr>
            <p:ph type="body" sz="quarter" idx="25" hasCustomPrompt="1"/>
          </p:nvPr>
        </p:nvSpPr>
        <p:spPr>
          <a:xfrm>
            <a:off x="3666000" y="6384312"/>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F079D6BC-4750-4CBC-B529-3E2D1B83ABAB}"/>
              </a:ext>
            </a:extLst>
          </p:cNvPr>
          <p:cNvSpPr>
            <a:spLocks noGrp="1"/>
          </p:cNvSpPr>
          <p:nvPr>
            <p:ph type="chart" sz="quarter" idx="26"/>
          </p:nvPr>
        </p:nvSpPr>
        <p:spPr>
          <a:xfrm>
            <a:off x="3666000" y="4474802"/>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3A0B8405-00E0-48B1-96BA-431B984D2242}"/>
              </a:ext>
            </a:extLst>
          </p:cNvPr>
          <p:cNvSpPr>
            <a:spLocks noGrp="1"/>
          </p:cNvSpPr>
          <p:nvPr>
            <p:ph type="title" hasCustomPrompt="1"/>
          </p:nvPr>
        </p:nvSpPr>
        <p:spPr/>
        <p:txBody>
          <a:bodyPr/>
          <a:lstStyle>
            <a:lvl1pPr>
              <a:defRPr/>
            </a:lvl1pPr>
          </a:lstStyle>
          <a:p>
            <a:r>
              <a:rPr lang="en-US" dirty="0"/>
              <a:t> Click to edit Master title style</a:t>
            </a:r>
            <a:endParaRPr lang="en-IN" dirty="0"/>
          </a:p>
        </p:txBody>
      </p:sp>
      <p:sp>
        <p:nvSpPr>
          <p:cNvPr id="17" name="Text Placeholder 12">
            <a:extLst>
              <a:ext uri="{FF2B5EF4-FFF2-40B4-BE49-F238E27FC236}">
                <a16:creationId xmlns:a16="http://schemas.microsoft.com/office/drawing/2014/main" id="{97BEF5A2-E18D-4DE0-AA1D-98E11468DC7D}"/>
              </a:ext>
            </a:extLst>
          </p:cNvPr>
          <p:cNvSpPr>
            <a:spLocks noGrp="1"/>
          </p:cNvSpPr>
          <p:nvPr>
            <p:ph type="body" sz="quarter" idx="32" hasCustomPrompt="1"/>
          </p:nvPr>
        </p:nvSpPr>
        <p:spPr>
          <a:xfrm>
            <a:off x="6635999" y="1128284"/>
            <a:ext cx="528983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8" name="Text Placeholder 12">
            <a:extLst>
              <a:ext uri="{FF2B5EF4-FFF2-40B4-BE49-F238E27FC236}">
                <a16:creationId xmlns:a16="http://schemas.microsoft.com/office/drawing/2014/main" id="{3F367A77-E5D7-4E40-A08F-827FE2AC3B56}"/>
              </a:ext>
            </a:extLst>
          </p:cNvPr>
          <p:cNvSpPr>
            <a:spLocks noGrp="1"/>
          </p:cNvSpPr>
          <p:nvPr>
            <p:ph type="body" sz="quarter" idx="33" hasCustomPrompt="1"/>
          </p:nvPr>
        </p:nvSpPr>
        <p:spPr>
          <a:xfrm>
            <a:off x="6635999" y="1333808"/>
            <a:ext cx="528983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9" name="Text Placeholder 12">
            <a:extLst>
              <a:ext uri="{FF2B5EF4-FFF2-40B4-BE49-F238E27FC236}">
                <a16:creationId xmlns:a16="http://schemas.microsoft.com/office/drawing/2014/main" id="{EC168BE4-0A2E-4A76-93C4-BEECC4F3789A}"/>
              </a:ext>
            </a:extLst>
          </p:cNvPr>
          <p:cNvSpPr>
            <a:spLocks noGrp="1"/>
          </p:cNvSpPr>
          <p:nvPr>
            <p:ph type="body" sz="quarter" idx="34" hasCustomPrompt="1"/>
          </p:nvPr>
        </p:nvSpPr>
        <p:spPr>
          <a:xfrm>
            <a:off x="695324" y="1128285"/>
            <a:ext cx="528983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3" name="Text Placeholder 12">
            <a:extLst>
              <a:ext uri="{FF2B5EF4-FFF2-40B4-BE49-F238E27FC236}">
                <a16:creationId xmlns:a16="http://schemas.microsoft.com/office/drawing/2014/main" id="{1F1792D0-BC1F-4EA8-A7E9-BBDEA9C48E34}"/>
              </a:ext>
            </a:extLst>
          </p:cNvPr>
          <p:cNvSpPr>
            <a:spLocks noGrp="1"/>
          </p:cNvSpPr>
          <p:nvPr>
            <p:ph type="body" sz="quarter" idx="35" hasCustomPrompt="1"/>
          </p:nvPr>
        </p:nvSpPr>
        <p:spPr>
          <a:xfrm>
            <a:off x="695324" y="1331183"/>
            <a:ext cx="528983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5" name="Text Placeholder 12">
            <a:extLst>
              <a:ext uri="{FF2B5EF4-FFF2-40B4-BE49-F238E27FC236}">
                <a16:creationId xmlns:a16="http://schemas.microsoft.com/office/drawing/2014/main" id="{B14F97AC-297C-4F7E-8A6C-E02C0445B029}"/>
              </a:ext>
            </a:extLst>
          </p:cNvPr>
          <p:cNvSpPr>
            <a:spLocks noGrp="1"/>
          </p:cNvSpPr>
          <p:nvPr>
            <p:ph type="body" sz="quarter" idx="36" hasCustomPrompt="1"/>
          </p:nvPr>
        </p:nvSpPr>
        <p:spPr>
          <a:xfrm>
            <a:off x="3666000" y="3987149"/>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6" name="Text Placeholder 12">
            <a:extLst>
              <a:ext uri="{FF2B5EF4-FFF2-40B4-BE49-F238E27FC236}">
                <a16:creationId xmlns:a16="http://schemas.microsoft.com/office/drawing/2014/main" id="{83FBF879-4258-4325-83B5-70C5FC9505CC}"/>
              </a:ext>
            </a:extLst>
          </p:cNvPr>
          <p:cNvSpPr>
            <a:spLocks noGrp="1"/>
          </p:cNvSpPr>
          <p:nvPr>
            <p:ph type="body" sz="quarter" idx="37" hasCustomPrompt="1"/>
          </p:nvPr>
        </p:nvSpPr>
        <p:spPr>
          <a:xfrm>
            <a:off x="3666000" y="4207647"/>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0" name="Text Placeholder 3">
            <a:extLst>
              <a:ext uri="{FF2B5EF4-FFF2-40B4-BE49-F238E27FC236}">
                <a16:creationId xmlns:a16="http://schemas.microsoft.com/office/drawing/2014/main" id="{FCA6ACD0-4335-4D55-9FA8-DB5A255822E8}"/>
              </a:ext>
            </a:extLst>
          </p:cNvPr>
          <p:cNvSpPr>
            <a:spLocks noGrp="1"/>
          </p:cNvSpPr>
          <p:nvPr>
            <p:ph type="body" sz="half" idx="2"/>
          </p:nvPr>
        </p:nvSpPr>
        <p:spPr>
          <a:xfrm>
            <a:off x="1614152" y="686534"/>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Text Placeholder 7">
            <a:extLst>
              <a:ext uri="{FF2B5EF4-FFF2-40B4-BE49-F238E27FC236}">
                <a16:creationId xmlns:a16="http://schemas.microsoft.com/office/drawing/2014/main" id="{248FE4F4-1237-4426-BFD9-217178583390}"/>
              </a:ext>
            </a:extLst>
          </p:cNvPr>
          <p:cNvSpPr>
            <a:spLocks noGrp="1"/>
          </p:cNvSpPr>
          <p:nvPr>
            <p:ph type="body" sz="quarter" idx="29" hasCustomPrompt="1"/>
          </p:nvPr>
        </p:nvSpPr>
        <p:spPr>
          <a:xfrm>
            <a:off x="695324" y="3641577"/>
            <a:ext cx="5400675" cy="113006"/>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7" name="Text Placeholder 7">
            <a:extLst>
              <a:ext uri="{FF2B5EF4-FFF2-40B4-BE49-F238E27FC236}">
                <a16:creationId xmlns:a16="http://schemas.microsoft.com/office/drawing/2014/main" id="{B280BD57-FB9F-42D2-A7DA-F5E5C0656492}"/>
              </a:ext>
            </a:extLst>
          </p:cNvPr>
          <p:cNvSpPr>
            <a:spLocks noGrp="1"/>
          </p:cNvSpPr>
          <p:nvPr>
            <p:ph type="body" sz="quarter" idx="38" hasCustomPrompt="1"/>
          </p:nvPr>
        </p:nvSpPr>
        <p:spPr>
          <a:xfrm>
            <a:off x="6635999" y="3627915"/>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8" name="Text Placeholder 7">
            <a:extLst>
              <a:ext uri="{FF2B5EF4-FFF2-40B4-BE49-F238E27FC236}">
                <a16:creationId xmlns:a16="http://schemas.microsoft.com/office/drawing/2014/main" id="{99ED0667-B29D-4052-BA51-C008EA57BD09}"/>
              </a:ext>
            </a:extLst>
          </p:cNvPr>
          <p:cNvSpPr>
            <a:spLocks noGrp="1"/>
          </p:cNvSpPr>
          <p:nvPr>
            <p:ph type="body" sz="quarter" idx="39" hasCustomPrompt="1"/>
          </p:nvPr>
        </p:nvSpPr>
        <p:spPr>
          <a:xfrm>
            <a:off x="3666000" y="6565592"/>
            <a:ext cx="4860000" cy="118059"/>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357742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_CHART_NIIF_NEW">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79101" y="2091371"/>
            <a:ext cx="4859338" cy="346694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19941"/>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001" y="1496361"/>
            <a:ext cx="5109338" cy="167437"/>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001" y="1710147"/>
            <a:ext cx="5108675" cy="167437"/>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000" y="5662509"/>
            <a:ext cx="5108671" cy="132472"/>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911628"/>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2" y="6172276"/>
            <a:ext cx="5108677" cy="161995"/>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1" name="Text Placeholder 15">
            <a:extLst>
              <a:ext uri="{FF2B5EF4-FFF2-40B4-BE49-F238E27FC236}">
                <a16:creationId xmlns:a16="http://schemas.microsoft.com/office/drawing/2014/main" id="{16449E35-2421-4FDE-AA5C-144E5BCABBC7}"/>
              </a:ext>
            </a:extLst>
          </p:cNvPr>
          <p:cNvSpPr>
            <a:spLocks noGrp="1"/>
          </p:cNvSpPr>
          <p:nvPr>
            <p:ph type="body" sz="quarter" idx="19" hasCustomPrompt="1"/>
          </p:nvPr>
        </p:nvSpPr>
        <p:spPr>
          <a:xfrm>
            <a:off x="6083155" y="3663473"/>
            <a:ext cx="6108838" cy="16619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2D65898E-3D12-4BB2-944E-E2E09DADEF8C}"/>
              </a:ext>
            </a:extLst>
          </p:cNvPr>
          <p:cNvSpPr>
            <a:spLocks noGrp="1"/>
          </p:cNvSpPr>
          <p:nvPr>
            <p:ph type="chart" sz="quarter" idx="20"/>
          </p:nvPr>
        </p:nvSpPr>
        <p:spPr>
          <a:xfrm>
            <a:off x="6083155" y="1629681"/>
            <a:ext cx="4860000" cy="1894999"/>
          </a:xfrm>
          <a:prstGeom prst="rect">
            <a:avLst/>
          </a:prstGeom>
        </p:spPr>
        <p:txBody>
          <a:bodyPr/>
          <a:lstStyle>
            <a:lvl1pPr marL="0" indent="0">
              <a:buNone/>
              <a:defRPr/>
            </a:lvl1pPr>
          </a:lstStyle>
          <a:p>
            <a:endParaRPr lang="en-IN" dirty="0"/>
          </a:p>
        </p:txBody>
      </p:sp>
      <p:sp>
        <p:nvSpPr>
          <p:cNvPr id="23" name="Text Placeholder 12">
            <a:extLst>
              <a:ext uri="{FF2B5EF4-FFF2-40B4-BE49-F238E27FC236}">
                <a16:creationId xmlns:a16="http://schemas.microsoft.com/office/drawing/2014/main" id="{32B9FDB9-0E62-4FE4-85E8-73A57CA60991}"/>
              </a:ext>
            </a:extLst>
          </p:cNvPr>
          <p:cNvSpPr>
            <a:spLocks noGrp="1"/>
          </p:cNvSpPr>
          <p:nvPr>
            <p:ph type="body" sz="quarter" idx="35" hasCustomPrompt="1"/>
          </p:nvPr>
        </p:nvSpPr>
        <p:spPr>
          <a:xfrm>
            <a:off x="6083153" y="1139092"/>
            <a:ext cx="610883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4" name="Text Placeholder 12">
            <a:extLst>
              <a:ext uri="{FF2B5EF4-FFF2-40B4-BE49-F238E27FC236}">
                <a16:creationId xmlns:a16="http://schemas.microsoft.com/office/drawing/2014/main" id="{47BBB873-CD96-485A-913E-D6D3337B0737}"/>
              </a:ext>
            </a:extLst>
          </p:cNvPr>
          <p:cNvSpPr>
            <a:spLocks noGrp="1"/>
          </p:cNvSpPr>
          <p:nvPr>
            <p:ph type="body" sz="quarter" idx="36" hasCustomPrompt="1"/>
          </p:nvPr>
        </p:nvSpPr>
        <p:spPr>
          <a:xfrm>
            <a:off x="6070758" y="1301894"/>
            <a:ext cx="6121242" cy="166854"/>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cxnSp>
        <p:nvCxnSpPr>
          <p:cNvPr id="29" name="Straight Connector 28">
            <a:extLst>
              <a:ext uri="{FF2B5EF4-FFF2-40B4-BE49-F238E27FC236}">
                <a16:creationId xmlns:a16="http://schemas.microsoft.com/office/drawing/2014/main" id="{CF71FCEB-813D-4BDE-86FC-9B3CFC460DF1}"/>
              </a:ext>
            </a:extLst>
          </p:cNvPr>
          <p:cNvCxnSpPr>
            <a:cxnSpLocks/>
          </p:cNvCxnSpPr>
          <p:nvPr userDrawn="1"/>
        </p:nvCxnSpPr>
        <p:spPr>
          <a:xfrm>
            <a:off x="5818909" y="1009723"/>
            <a:ext cx="0" cy="5848277"/>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C494BD-22B0-428F-B059-7CB8897E790D}"/>
              </a:ext>
            </a:extLst>
          </p:cNvPr>
          <p:cNvCxnSpPr>
            <a:cxnSpLocks/>
          </p:cNvCxnSpPr>
          <p:nvPr userDrawn="1"/>
        </p:nvCxnSpPr>
        <p:spPr>
          <a:xfrm flipH="1">
            <a:off x="5803346" y="3933861"/>
            <a:ext cx="5139809" cy="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 Placeholder 15">
            <a:extLst>
              <a:ext uri="{FF2B5EF4-FFF2-40B4-BE49-F238E27FC236}">
                <a16:creationId xmlns:a16="http://schemas.microsoft.com/office/drawing/2014/main" id="{02FAAFD0-54BA-4A0A-924C-5CF7415F73EF}"/>
              </a:ext>
            </a:extLst>
          </p:cNvPr>
          <p:cNvSpPr>
            <a:spLocks noGrp="1"/>
          </p:cNvSpPr>
          <p:nvPr>
            <p:ph type="body" sz="quarter" idx="37" hasCustomPrompt="1"/>
          </p:nvPr>
        </p:nvSpPr>
        <p:spPr>
          <a:xfrm>
            <a:off x="6083155" y="6615215"/>
            <a:ext cx="5339474" cy="133770"/>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5" name="Chart Placeholder 17">
            <a:extLst>
              <a:ext uri="{FF2B5EF4-FFF2-40B4-BE49-F238E27FC236}">
                <a16:creationId xmlns:a16="http://schemas.microsoft.com/office/drawing/2014/main" id="{0EC08220-E64B-4DD9-A5FA-7897599D330C}"/>
              </a:ext>
            </a:extLst>
          </p:cNvPr>
          <p:cNvSpPr>
            <a:spLocks noGrp="1"/>
          </p:cNvSpPr>
          <p:nvPr>
            <p:ph type="chart" sz="quarter" idx="38"/>
          </p:nvPr>
        </p:nvSpPr>
        <p:spPr>
          <a:xfrm>
            <a:off x="6083155" y="4553060"/>
            <a:ext cx="4860000" cy="1967452"/>
          </a:xfrm>
          <a:prstGeom prst="rect">
            <a:avLst/>
          </a:prstGeom>
        </p:spPr>
        <p:txBody>
          <a:bodyPr/>
          <a:lstStyle>
            <a:lvl1pPr marL="0" indent="0">
              <a:buNone/>
              <a:defRPr/>
            </a:lvl1pPr>
          </a:lstStyle>
          <a:p>
            <a:endParaRPr lang="en-IN" dirty="0"/>
          </a:p>
        </p:txBody>
      </p:sp>
      <p:sp>
        <p:nvSpPr>
          <p:cNvPr id="36" name="Text Placeholder 12">
            <a:extLst>
              <a:ext uri="{FF2B5EF4-FFF2-40B4-BE49-F238E27FC236}">
                <a16:creationId xmlns:a16="http://schemas.microsoft.com/office/drawing/2014/main" id="{DB957726-0142-4826-8074-67B112F5C1D7}"/>
              </a:ext>
            </a:extLst>
          </p:cNvPr>
          <p:cNvSpPr>
            <a:spLocks noGrp="1"/>
          </p:cNvSpPr>
          <p:nvPr>
            <p:ph type="body" sz="quarter" idx="39" hasCustomPrompt="1"/>
          </p:nvPr>
        </p:nvSpPr>
        <p:spPr>
          <a:xfrm>
            <a:off x="6083154" y="4077262"/>
            <a:ext cx="6108845" cy="166199"/>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8" name="Text Placeholder 12">
            <a:extLst>
              <a:ext uri="{FF2B5EF4-FFF2-40B4-BE49-F238E27FC236}">
                <a16:creationId xmlns:a16="http://schemas.microsoft.com/office/drawing/2014/main" id="{C9A35A29-68F0-4117-A618-4C8C75C8A374}"/>
              </a:ext>
            </a:extLst>
          </p:cNvPr>
          <p:cNvSpPr>
            <a:spLocks noGrp="1"/>
          </p:cNvSpPr>
          <p:nvPr>
            <p:ph type="body" sz="quarter" idx="40" hasCustomPrompt="1"/>
          </p:nvPr>
        </p:nvSpPr>
        <p:spPr>
          <a:xfrm>
            <a:off x="6083154" y="4292158"/>
            <a:ext cx="610883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683770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HART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37D1648-FA81-4237-B407-DA8B9187600A}"/>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ext Placeholder 2">
            <a:extLst>
              <a:ext uri="{FF2B5EF4-FFF2-40B4-BE49-F238E27FC236}">
                <a16:creationId xmlns:a16="http://schemas.microsoft.com/office/drawing/2014/main" id="{9018DB2A-6224-42C4-B37C-EBFF6AF54DAB}"/>
              </a:ext>
            </a:extLst>
          </p:cNvPr>
          <p:cNvSpPr>
            <a:spLocks noGrp="1"/>
          </p:cNvSpPr>
          <p:nvPr>
            <p:ph type="body" sz="quarter" idx="10"/>
          </p:nvPr>
        </p:nvSpPr>
        <p:spPr>
          <a:xfrm>
            <a:off x="1614152" y="643560"/>
            <a:ext cx="9611311" cy="326241"/>
          </a:xfrm>
          <a:prstGeom prst="rect">
            <a:avLst/>
          </a:prstGeom>
        </p:spPr>
        <p:txBody>
          <a:bodyPr lIns="0" tIns="0" rIns="0" bIns="0" anchor="ctr" anchorCtr="0">
            <a:noAutofit/>
          </a:bodyPr>
          <a:lstStyle>
            <a:lvl1pPr marL="0" indent="0">
              <a:buNone/>
              <a:defRPr lang="en-US" sz="1600" b="1" kern="1200" dirty="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IN" dirty="0"/>
          </a:p>
        </p:txBody>
      </p:sp>
      <p:cxnSp>
        <p:nvCxnSpPr>
          <p:cNvPr id="13" name="Straight Connector 12">
            <a:extLst>
              <a:ext uri="{FF2B5EF4-FFF2-40B4-BE49-F238E27FC236}">
                <a16:creationId xmlns:a16="http://schemas.microsoft.com/office/drawing/2014/main" id="{6ABFACB1-9509-47EF-A1F4-35B89247EB92}"/>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679D71-254B-43F0-9EEC-7759D1187CD0}"/>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28B3AF5-4EA7-474B-AC7C-9532F37CF22B}"/>
              </a:ext>
            </a:extLst>
          </p:cNvPr>
          <p:cNvSpPr>
            <a:spLocks noGrp="1"/>
          </p:cNvSpPr>
          <p:nvPr>
            <p:ph type="body" sz="quarter" idx="16" hasCustomPrompt="1"/>
          </p:nvPr>
        </p:nvSpPr>
        <p:spPr>
          <a:xfrm>
            <a:off x="695325" y="3500490"/>
            <a:ext cx="4860000" cy="11805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8" name="Chart Placeholder 17">
            <a:extLst>
              <a:ext uri="{FF2B5EF4-FFF2-40B4-BE49-F238E27FC236}">
                <a16:creationId xmlns:a16="http://schemas.microsoft.com/office/drawing/2014/main" id="{8730E1B9-8375-4E88-AD15-E7688F2E5210}"/>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20" name="Text Placeholder 15">
            <a:extLst>
              <a:ext uri="{FF2B5EF4-FFF2-40B4-BE49-F238E27FC236}">
                <a16:creationId xmlns:a16="http://schemas.microsoft.com/office/drawing/2014/main" id="{51A73C80-5F66-42F9-A952-8320C145FEA8}"/>
              </a:ext>
            </a:extLst>
          </p:cNvPr>
          <p:cNvSpPr>
            <a:spLocks noGrp="1"/>
          </p:cNvSpPr>
          <p:nvPr>
            <p:ph type="body" sz="quarter" idx="19" hasCustomPrompt="1"/>
          </p:nvPr>
        </p:nvSpPr>
        <p:spPr>
          <a:xfrm>
            <a:off x="6636001" y="3500490"/>
            <a:ext cx="4860000" cy="11172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1" name="Chart Placeholder 17">
            <a:extLst>
              <a:ext uri="{FF2B5EF4-FFF2-40B4-BE49-F238E27FC236}">
                <a16:creationId xmlns:a16="http://schemas.microsoft.com/office/drawing/2014/main" id="{16BC3C35-69D8-4301-B60F-09D36221CF4A}"/>
              </a:ext>
            </a:extLst>
          </p:cNvPr>
          <p:cNvSpPr>
            <a:spLocks noGrp="1"/>
          </p:cNvSpPr>
          <p:nvPr>
            <p:ph type="chart" sz="quarter" idx="20"/>
          </p:nvPr>
        </p:nvSpPr>
        <p:spPr>
          <a:xfrm>
            <a:off x="6636000" y="1563949"/>
            <a:ext cx="4860000" cy="1872000"/>
          </a:xfrm>
          <a:prstGeom prst="rect">
            <a:avLst/>
          </a:prstGeom>
        </p:spPr>
        <p:txBody>
          <a:bodyPr/>
          <a:lstStyle>
            <a:lvl1pPr marL="0" indent="0">
              <a:buNone/>
              <a:defRPr/>
            </a:lvl1pPr>
          </a:lstStyle>
          <a:p>
            <a:endParaRPr lang="en-IN" dirty="0"/>
          </a:p>
        </p:txBody>
      </p:sp>
      <p:sp>
        <p:nvSpPr>
          <p:cNvPr id="23" name="Text Placeholder 15">
            <a:extLst>
              <a:ext uri="{FF2B5EF4-FFF2-40B4-BE49-F238E27FC236}">
                <a16:creationId xmlns:a16="http://schemas.microsoft.com/office/drawing/2014/main" id="{5E7D8616-76FD-4498-AE04-FFABBE3D617F}"/>
              </a:ext>
            </a:extLst>
          </p:cNvPr>
          <p:cNvSpPr>
            <a:spLocks noGrp="1"/>
          </p:cNvSpPr>
          <p:nvPr>
            <p:ph type="body" sz="quarter" idx="22" hasCustomPrompt="1"/>
          </p:nvPr>
        </p:nvSpPr>
        <p:spPr>
          <a:xfrm>
            <a:off x="695325"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4" name="Chart Placeholder 17">
            <a:extLst>
              <a:ext uri="{FF2B5EF4-FFF2-40B4-BE49-F238E27FC236}">
                <a16:creationId xmlns:a16="http://schemas.microsoft.com/office/drawing/2014/main" id="{6B1A091D-CA30-4ADF-83FD-A3931C4F4B55}"/>
              </a:ext>
            </a:extLst>
          </p:cNvPr>
          <p:cNvSpPr>
            <a:spLocks noGrp="1"/>
          </p:cNvSpPr>
          <p:nvPr>
            <p:ph type="chart" sz="quarter" idx="23"/>
          </p:nvPr>
        </p:nvSpPr>
        <p:spPr>
          <a:xfrm>
            <a:off x="695325" y="4425817"/>
            <a:ext cx="4860000" cy="1872000"/>
          </a:xfrm>
          <a:prstGeom prst="rect">
            <a:avLst/>
          </a:prstGeom>
        </p:spPr>
        <p:txBody>
          <a:bodyPr/>
          <a:lstStyle>
            <a:lvl1pPr marL="0" indent="0">
              <a:buNone/>
              <a:defRPr/>
            </a:lvl1pPr>
          </a:lstStyle>
          <a:p>
            <a:endParaRPr lang="en-IN" dirty="0"/>
          </a:p>
        </p:txBody>
      </p:sp>
      <p:sp>
        <p:nvSpPr>
          <p:cNvPr id="26" name="Text Placeholder 15">
            <a:extLst>
              <a:ext uri="{FF2B5EF4-FFF2-40B4-BE49-F238E27FC236}">
                <a16:creationId xmlns:a16="http://schemas.microsoft.com/office/drawing/2014/main" id="{A98D52D5-5BA6-49A1-B3C7-3D73E0627C28}"/>
              </a:ext>
            </a:extLst>
          </p:cNvPr>
          <p:cNvSpPr>
            <a:spLocks noGrp="1"/>
          </p:cNvSpPr>
          <p:nvPr>
            <p:ph type="body" sz="quarter" idx="25" hasCustomPrompt="1"/>
          </p:nvPr>
        </p:nvSpPr>
        <p:spPr>
          <a:xfrm>
            <a:off x="6636001"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7" name="Chart Placeholder 17">
            <a:extLst>
              <a:ext uri="{FF2B5EF4-FFF2-40B4-BE49-F238E27FC236}">
                <a16:creationId xmlns:a16="http://schemas.microsoft.com/office/drawing/2014/main" id="{64B39052-F12E-4D3A-BDC8-BC593016A472}"/>
              </a:ext>
            </a:extLst>
          </p:cNvPr>
          <p:cNvSpPr>
            <a:spLocks noGrp="1"/>
          </p:cNvSpPr>
          <p:nvPr>
            <p:ph type="chart" sz="quarter" idx="26"/>
          </p:nvPr>
        </p:nvSpPr>
        <p:spPr>
          <a:xfrm>
            <a:off x="6636001" y="4425817"/>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CCBA34E6-9426-4629-86D5-A1AFF6384B14}"/>
              </a:ext>
            </a:extLst>
          </p:cNvPr>
          <p:cNvSpPr>
            <a:spLocks noGrp="1"/>
          </p:cNvSpPr>
          <p:nvPr>
            <p:ph type="title"/>
          </p:nvPr>
        </p:nvSpPr>
        <p:spPr/>
        <p:txBody>
          <a:bodyPr/>
          <a:lstStyle/>
          <a:p>
            <a:r>
              <a:rPr lang="en-US"/>
              <a:t>Click to edit Master title style</a:t>
            </a:r>
            <a:endParaRPr lang="en-IN"/>
          </a:p>
        </p:txBody>
      </p:sp>
      <p:sp>
        <p:nvSpPr>
          <p:cNvPr id="29" name="Text Placeholder 12">
            <a:extLst>
              <a:ext uri="{FF2B5EF4-FFF2-40B4-BE49-F238E27FC236}">
                <a16:creationId xmlns:a16="http://schemas.microsoft.com/office/drawing/2014/main" id="{80C24745-5451-4720-A07F-45C9D0B6E39F}"/>
              </a:ext>
            </a:extLst>
          </p:cNvPr>
          <p:cNvSpPr>
            <a:spLocks noGrp="1"/>
          </p:cNvSpPr>
          <p:nvPr>
            <p:ph type="body" sz="quarter" idx="32" hasCustomPrompt="1"/>
          </p:nvPr>
        </p:nvSpPr>
        <p:spPr>
          <a:xfrm>
            <a:off x="695325" y="1082251"/>
            <a:ext cx="540067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0" name="Text Placeholder 12">
            <a:extLst>
              <a:ext uri="{FF2B5EF4-FFF2-40B4-BE49-F238E27FC236}">
                <a16:creationId xmlns:a16="http://schemas.microsoft.com/office/drawing/2014/main" id="{574386E0-C4E6-415A-8BD6-1289C3DAC358}"/>
              </a:ext>
            </a:extLst>
          </p:cNvPr>
          <p:cNvSpPr>
            <a:spLocks noGrp="1"/>
          </p:cNvSpPr>
          <p:nvPr>
            <p:ph type="body" sz="quarter" idx="33" hasCustomPrompt="1"/>
          </p:nvPr>
        </p:nvSpPr>
        <p:spPr>
          <a:xfrm>
            <a:off x="695324" y="1287584"/>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4" name="Text Placeholder 12">
            <a:extLst>
              <a:ext uri="{FF2B5EF4-FFF2-40B4-BE49-F238E27FC236}">
                <a16:creationId xmlns:a16="http://schemas.microsoft.com/office/drawing/2014/main" id="{25FB193C-4130-4672-A10C-378C402CB6B3}"/>
              </a:ext>
            </a:extLst>
          </p:cNvPr>
          <p:cNvSpPr>
            <a:spLocks noGrp="1"/>
          </p:cNvSpPr>
          <p:nvPr>
            <p:ph type="body" sz="quarter" idx="34" hasCustomPrompt="1"/>
          </p:nvPr>
        </p:nvSpPr>
        <p:spPr>
          <a:xfrm>
            <a:off x="6636000" y="1082249"/>
            <a:ext cx="544516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5" name="Text Placeholder 12">
            <a:extLst>
              <a:ext uri="{FF2B5EF4-FFF2-40B4-BE49-F238E27FC236}">
                <a16:creationId xmlns:a16="http://schemas.microsoft.com/office/drawing/2014/main" id="{C733BA30-695D-450B-A233-D42CA4AAAC43}"/>
              </a:ext>
            </a:extLst>
          </p:cNvPr>
          <p:cNvSpPr>
            <a:spLocks noGrp="1"/>
          </p:cNvSpPr>
          <p:nvPr>
            <p:ph type="body" sz="quarter" idx="35" hasCustomPrompt="1"/>
          </p:nvPr>
        </p:nvSpPr>
        <p:spPr>
          <a:xfrm>
            <a:off x="6636001" y="1288804"/>
            <a:ext cx="5445164" cy="16498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6" name="Text Placeholder 12">
            <a:extLst>
              <a:ext uri="{FF2B5EF4-FFF2-40B4-BE49-F238E27FC236}">
                <a16:creationId xmlns:a16="http://schemas.microsoft.com/office/drawing/2014/main" id="{C909DD76-A084-4153-8C57-4A9B6511FB14}"/>
              </a:ext>
            </a:extLst>
          </p:cNvPr>
          <p:cNvSpPr>
            <a:spLocks noGrp="1"/>
          </p:cNvSpPr>
          <p:nvPr>
            <p:ph type="body" sz="quarter" idx="36" hasCustomPrompt="1"/>
          </p:nvPr>
        </p:nvSpPr>
        <p:spPr>
          <a:xfrm>
            <a:off x="695324" y="4112030"/>
            <a:ext cx="540066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7" name="Text Placeholder 12">
            <a:extLst>
              <a:ext uri="{FF2B5EF4-FFF2-40B4-BE49-F238E27FC236}">
                <a16:creationId xmlns:a16="http://schemas.microsoft.com/office/drawing/2014/main" id="{5AAC640C-CAAB-4749-A6A5-D8E0468C73BF}"/>
              </a:ext>
            </a:extLst>
          </p:cNvPr>
          <p:cNvSpPr>
            <a:spLocks noGrp="1"/>
          </p:cNvSpPr>
          <p:nvPr>
            <p:ph type="body" sz="quarter" idx="37" hasCustomPrompt="1"/>
          </p:nvPr>
        </p:nvSpPr>
        <p:spPr>
          <a:xfrm>
            <a:off x="6636000" y="4117110"/>
            <a:ext cx="5445161"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8" name="Text Placeholder 12">
            <a:extLst>
              <a:ext uri="{FF2B5EF4-FFF2-40B4-BE49-F238E27FC236}">
                <a16:creationId xmlns:a16="http://schemas.microsoft.com/office/drawing/2014/main" id="{A38FB08D-0AAF-4DEB-B0D8-26AA01D2794A}"/>
              </a:ext>
            </a:extLst>
          </p:cNvPr>
          <p:cNvSpPr>
            <a:spLocks noGrp="1"/>
          </p:cNvSpPr>
          <p:nvPr>
            <p:ph type="body" sz="quarter" idx="38" hasCustomPrompt="1"/>
          </p:nvPr>
        </p:nvSpPr>
        <p:spPr>
          <a:xfrm>
            <a:off x="695003" y="3929430"/>
            <a:ext cx="540066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9" name="Text Placeholder 12">
            <a:extLst>
              <a:ext uri="{FF2B5EF4-FFF2-40B4-BE49-F238E27FC236}">
                <a16:creationId xmlns:a16="http://schemas.microsoft.com/office/drawing/2014/main" id="{84EFC037-1DA9-47C8-9596-E8F76AADD464}"/>
              </a:ext>
            </a:extLst>
          </p:cNvPr>
          <p:cNvSpPr>
            <a:spLocks noGrp="1"/>
          </p:cNvSpPr>
          <p:nvPr>
            <p:ph type="body" sz="quarter" idx="39" hasCustomPrompt="1"/>
          </p:nvPr>
        </p:nvSpPr>
        <p:spPr>
          <a:xfrm>
            <a:off x="6635999" y="3923366"/>
            <a:ext cx="544516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8" name="Text Placeholder 7">
            <a:extLst>
              <a:ext uri="{FF2B5EF4-FFF2-40B4-BE49-F238E27FC236}">
                <a16:creationId xmlns:a16="http://schemas.microsoft.com/office/drawing/2014/main" id="{BAD0CD80-4DA6-400C-97EB-BE263673A3F2}"/>
              </a:ext>
            </a:extLst>
          </p:cNvPr>
          <p:cNvSpPr>
            <a:spLocks noGrp="1"/>
          </p:cNvSpPr>
          <p:nvPr>
            <p:ph type="body" sz="quarter" idx="29" hasCustomPrompt="1"/>
          </p:nvPr>
        </p:nvSpPr>
        <p:spPr>
          <a:xfrm>
            <a:off x="695325" y="3641576"/>
            <a:ext cx="5400666" cy="141798"/>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31" name="Text Placeholder 7">
            <a:extLst>
              <a:ext uri="{FF2B5EF4-FFF2-40B4-BE49-F238E27FC236}">
                <a16:creationId xmlns:a16="http://schemas.microsoft.com/office/drawing/2014/main" id="{DC6D9978-4128-4FC6-B051-2892C5E353D6}"/>
              </a:ext>
            </a:extLst>
          </p:cNvPr>
          <p:cNvSpPr>
            <a:spLocks noGrp="1"/>
          </p:cNvSpPr>
          <p:nvPr>
            <p:ph type="body" sz="quarter" idx="40" hasCustomPrompt="1"/>
          </p:nvPr>
        </p:nvSpPr>
        <p:spPr>
          <a:xfrm>
            <a:off x="6635999" y="3636938"/>
            <a:ext cx="5400666" cy="127948"/>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32" name="Text Placeholder 7">
            <a:extLst>
              <a:ext uri="{FF2B5EF4-FFF2-40B4-BE49-F238E27FC236}">
                <a16:creationId xmlns:a16="http://schemas.microsoft.com/office/drawing/2014/main" id="{D1F98270-8C8F-4BB8-B816-81303200227A}"/>
              </a:ext>
            </a:extLst>
          </p:cNvPr>
          <p:cNvSpPr>
            <a:spLocks noGrp="1"/>
          </p:cNvSpPr>
          <p:nvPr>
            <p:ph type="body" sz="quarter" idx="41" hasCustomPrompt="1"/>
          </p:nvPr>
        </p:nvSpPr>
        <p:spPr>
          <a:xfrm>
            <a:off x="695324" y="6524304"/>
            <a:ext cx="5400657" cy="166199"/>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33" name="Text Placeholder 7">
            <a:extLst>
              <a:ext uri="{FF2B5EF4-FFF2-40B4-BE49-F238E27FC236}">
                <a16:creationId xmlns:a16="http://schemas.microsoft.com/office/drawing/2014/main" id="{390491E7-2623-4ACC-8D6E-29E457FCC791}"/>
              </a:ext>
            </a:extLst>
          </p:cNvPr>
          <p:cNvSpPr>
            <a:spLocks noGrp="1"/>
          </p:cNvSpPr>
          <p:nvPr>
            <p:ph type="body" sz="quarter" idx="42" hasCustomPrompt="1"/>
          </p:nvPr>
        </p:nvSpPr>
        <p:spPr>
          <a:xfrm>
            <a:off x="6636000" y="6501523"/>
            <a:ext cx="5445164" cy="188982"/>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893899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695325" y="636235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Text Placeholder 8">
            <a:extLst>
              <a:ext uri="{FF2B5EF4-FFF2-40B4-BE49-F238E27FC236}">
                <a16:creationId xmlns:a16="http://schemas.microsoft.com/office/drawing/2014/main" id="{6DBE8A68-A0D8-4B53-B6A8-382686134F93}"/>
              </a:ext>
            </a:extLst>
          </p:cNvPr>
          <p:cNvSpPr>
            <a:spLocks noGrp="1"/>
          </p:cNvSpPr>
          <p:nvPr>
            <p:ph type="body" sz="quarter" idx="23"/>
          </p:nvPr>
        </p:nvSpPr>
        <p:spPr>
          <a:xfrm>
            <a:off x="1731963" y="2411413"/>
            <a:ext cx="8478837" cy="1925637"/>
          </a:xfrm>
          <a:prstGeom prst="rect">
            <a:avLst/>
          </a:prstGeom>
        </p:spPr>
        <p:txBody>
          <a:bodyPr/>
          <a:lstStyle>
            <a:lvl1pPr>
              <a:defRPr sz="3600"/>
            </a:lvl1pPr>
          </a:lstStyle>
          <a:p>
            <a:pPr lvl="0"/>
            <a:endParaRPr lang="en-ID" dirty="0"/>
          </a:p>
        </p:txBody>
      </p:sp>
    </p:spTree>
    <p:extLst>
      <p:ext uri="{BB962C8B-B14F-4D97-AF65-F5344CB8AC3E}">
        <p14:creationId xmlns:p14="http://schemas.microsoft.com/office/powerpoint/2010/main" val="1697262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0" y="1920565"/>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3" name="Text Placeholder 18">
            <a:extLst>
              <a:ext uri="{FF2B5EF4-FFF2-40B4-BE49-F238E27FC236}">
                <a16:creationId xmlns:a16="http://schemas.microsoft.com/office/drawing/2014/main" id="{12A5DFA9-E488-4AC3-98AB-43D53851C47E}"/>
              </a:ext>
            </a:extLst>
          </p:cNvPr>
          <p:cNvSpPr>
            <a:spLocks noGrp="1"/>
          </p:cNvSpPr>
          <p:nvPr>
            <p:ph type="body" sz="quarter" idx="26"/>
          </p:nvPr>
        </p:nvSpPr>
        <p:spPr>
          <a:xfrm>
            <a:off x="6096000" y="212126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4" name="Text Placeholder 18">
            <a:extLst>
              <a:ext uri="{FF2B5EF4-FFF2-40B4-BE49-F238E27FC236}">
                <a16:creationId xmlns:a16="http://schemas.microsoft.com/office/drawing/2014/main" id="{29605E4A-45D4-4291-85F5-6DE7F602606A}"/>
              </a:ext>
            </a:extLst>
          </p:cNvPr>
          <p:cNvSpPr>
            <a:spLocks noGrp="1"/>
          </p:cNvSpPr>
          <p:nvPr>
            <p:ph type="body" sz="quarter" idx="27"/>
          </p:nvPr>
        </p:nvSpPr>
        <p:spPr>
          <a:xfrm>
            <a:off x="5935140" y="2880532"/>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5" name="Text Placeholder 18">
            <a:extLst>
              <a:ext uri="{FF2B5EF4-FFF2-40B4-BE49-F238E27FC236}">
                <a16:creationId xmlns:a16="http://schemas.microsoft.com/office/drawing/2014/main" id="{D7510B79-80D1-4752-B688-3F36B2CFD1DD}"/>
              </a:ext>
            </a:extLst>
          </p:cNvPr>
          <p:cNvSpPr>
            <a:spLocks noGrp="1"/>
          </p:cNvSpPr>
          <p:nvPr>
            <p:ph type="body" sz="quarter" idx="28"/>
          </p:nvPr>
        </p:nvSpPr>
        <p:spPr>
          <a:xfrm>
            <a:off x="6096000" y="3081231"/>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6" name="Text Placeholder 18">
            <a:extLst>
              <a:ext uri="{FF2B5EF4-FFF2-40B4-BE49-F238E27FC236}">
                <a16:creationId xmlns:a16="http://schemas.microsoft.com/office/drawing/2014/main" id="{E7DC89E8-3286-4595-8F35-56E1F0803508}"/>
              </a:ext>
            </a:extLst>
          </p:cNvPr>
          <p:cNvSpPr>
            <a:spLocks noGrp="1"/>
          </p:cNvSpPr>
          <p:nvPr>
            <p:ph type="body" sz="quarter" idx="29"/>
          </p:nvPr>
        </p:nvSpPr>
        <p:spPr>
          <a:xfrm>
            <a:off x="5935139" y="3795030"/>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7" name="Text Placeholder 18">
            <a:extLst>
              <a:ext uri="{FF2B5EF4-FFF2-40B4-BE49-F238E27FC236}">
                <a16:creationId xmlns:a16="http://schemas.microsoft.com/office/drawing/2014/main" id="{8C40E470-EEFA-46D2-A2E7-1E2DD05AC3A3}"/>
              </a:ext>
            </a:extLst>
          </p:cNvPr>
          <p:cNvSpPr>
            <a:spLocks noGrp="1"/>
          </p:cNvSpPr>
          <p:nvPr>
            <p:ph type="body" sz="quarter" idx="30"/>
          </p:nvPr>
        </p:nvSpPr>
        <p:spPr>
          <a:xfrm>
            <a:off x="6096000" y="4015829"/>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8" name="Text Placeholder 18">
            <a:extLst>
              <a:ext uri="{FF2B5EF4-FFF2-40B4-BE49-F238E27FC236}">
                <a16:creationId xmlns:a16="http://schemas.microsoft.com/office/drawing/2014/main" id="{5A03569D-1F60-42EC-A423-838AC51D2598}"/>
              </a:ext>
            </a:extLst>
          </p:cNvPr>
          <p:cNvSpPr>
            <a:spLocks noGrp="1"/>
          </p:cNvSpPr>
          <p:nvPr>
            <p:ph type="body" sz="quarter" idx="31"/>
          </p:nvPr>
        </p:nvSpPr>
        <p:spPr>
          <a:xfrm>
            <a:off x="5935139" y="4677524"/>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0" name="Text Placeholder 18">
            <a:extLst>
              <a:ext uri="{FF2B5EF4-FFF2-40B4-BE49-F238E27FC236}">
                <a16:creationId xmlns:a16="http://schemas.microsoft.com/office/drawing/2014/main" id="{11D1E3B2-3FD2-4813-8B7B-F32ECC4F7A77}"/>
              </a:ext>
            </a:extLst>
          </p:cNvPr>
          <p:cNvSpPr>
            <a:spLocks noGrp="1"/>
          </p:cNvSpPr>
          <p:nvPr>
            <p:ph type="body" sz="quarter" idx="32"/>
          </p:nvPr>
        </p:nvSpPr>
        <p:spPr>
          <a:xfrm>
            <a:off x="6096000" y="4891182"/>
            <a:ext cx="4932000" cy="23437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1" name="Text Placeholder 18">
            <a:extLst>
              <a:ext uri="{FF2B5EF4-FFF2-40B4-BE49-F238E27FC236}">
                <a16:creationId xmlns:a16="http://schemas.microsoft.com/office/drawing/2014/main" id="{3CCC3C65-79EA-4E46-B012-2F16E5AEF182}"/>
              </a:ext>
            </a:extLst>
          </p:cNvPr>
          <p:cNvSpPr>
            <a:spLocks noGrp="1"/>
          </p:cNvSpPr>
          <p:nvPr>
            <p:ph type="body" sz="quarter" idx="33"/>
          </p:nvPr>
        </p:nvSpPr>
        <p:spPr>
          <a:xfrm>
            <a:off x="5935138" y="556001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2" name="Text Placeholder 18">
            <a:extLst>
              <a:ext uri="{FF2B5EF4-FFF2-40B4-BE49-F238E27FC236}">
                <a16:creationId xmlns:a16="http://schemas.microsoft.com/office/drawing/2014/main" id="{09C5E216-9AE3-4E8A-A68F-62068484112C}"/>
              </a:ext>
            </a:extLst>
          </p:cNvPr>
          <p:cNvSpPr>
            <a:spLocks noGrp="1"/>
          </p:cNvSpPr>
          <p:nvPr>
            <p:ph type="body" sz="quarter" idx="34"/>
          </p:nvPr>
        </p:nvSpPr>
        <p:spPr>
          <a:xfrm>
            <a:off x="6096000" y="578725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Click </a:t>
            </a:r>
            <a:r>
              <a:rPr lang="en-US" dirty="0"/>
              <a:t>to edit Master text styles</a:t>
            </a:r>
          </a:p>
        </p:txBody>
      </p:sp>
    </p:spTree>
    <p:extLst>
      <p:ext uri="{BB962C8B-B14F-4D97-AF65-F5344CB8AC3E}">
        <p14:creationId xmlns:p14="http://schemas.microsoft.com/office/powerpoint/2010/main" val="2013116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4" y="1967016"/>
            <a:ext cx="4932000" cy="429820"/>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EA939888-5846-45A3-88CC-CF086AAD1AA4}"/>
              </a:ext>
            </a:extLst>
          </p:cNvPr>
          <p:cNvSpPr>
            <a:spLocks noGrp="1"/>
          </p:cNvSpPr>
          <p:nvPr>
            <p:ph type="body" sz="quarter" idx="16"/>
          </p:nvPr>
        </p:nvSpPr>
        <p:spPr>
          <a:xfrm>
            <a:off x="5935144" y="2854909"/>
            <a:ext cx="4932000" cy="429820"/>
          </a:xfrm>
          <a:prstGeom prst="rect">
            <a:avLst/>
          </a:prstGeom>
        </p:spPr>
        <p:txBody>
          <a:bodyPr wrap="none" lIns="0" tIns="0" rIns="0" bIns="0"/>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tabLst>
                <a:tab pos="176213" algn="l"/>
              </a:tabLst>
              <a:defRPr sz="1400">
                <a:solidFill>
                  <a:schemeClr val="bg1"/>
                </a:solidFill>
              </a:defRPr>
            </a:lvl2pPr>
            <a:lvl3pPr marL="914400" indent="0">
              <a:lnSpc>
                <a:spcPts val="1600"/>
              </a:lnSpc>
              <a:spcBef>
                <a:spcPts val="0"/>
              </a:spcBef>
              <a:buFont typeface="Arial" panose="020B0604020202020204" pitchFamily="34" charse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a:p>
            <a:pPr lvl="2"/>
            <a:endParaRPr lang="en-IN" dirty="0"/>
          </a:p>
        </p:txBody>
      </p:sp>
      <p:sp>
        <p:nvSpPr>
          <p:cNvPr id="31" name="Text Placeholder 30">
            <a:extLst>
              <a:ext uri="{FF2B5EF4-FFF2-40B4-BE49-F238E27FC236}">
                <a16:creationId xmlns:a16="http://schemas.microsoft.com/office/drawing/2014/main" id="{EC4EC3A1-7619-4D8D-91DF-72F2920ACD62}"/>
              </a:ext>
            </a:extLst>
          </p:cNvPr>
          <p:cNvSpPr>
            <a:spLocks noGrp="1"/>
          </p:cNvSpPr>
          <p:nvPr>
            <p:ph type="body" sz="quarter" idx="17"/>
          </p:nvPr>
        </p:nvSpPr>
        <p:spPr>
          <a:xfrm>
            <a:off x="5935144" y="3749465"/>
            <a:ext cx="4932000" cy="429820"/>
          </a:xfrm>
          <a:prstGeom prst="rect">
            <a:avLst/>
          </a:prstGeom>
        </p:spPr>
        <p:txBody>
          <a:bodyPr lIns="0" tIns="0" rIns="0" bIns="0"/>
          <a:lstStyle>
            <a:lvl1pPr marL="0" indent="0">
              <a:buNone/>
              <a:defRPr lang="en-US" sz="1600" b="1" dirty="0" smtClean="0">
                <a:solidFill>
                  <a:schemeClr val="bg1"/>
                </a:solidFill>
              </a:defRPr>
            </a:lvl1pPr>
            <a:lvl2pPr marL="176213" indent="0">
              <a:buNone/>
              <a:defRPr lang="en-US" sz="1400" dirty="0" smtClean="0">
                <a:solidFill>
                  <a:schemeClr val="bg1"/>
                </a:solidFill>
              </a:defRPr>
            </a:lvl2pPr>
            <a:lvl3pPr>
              <a:defRPr lang="en-US" sz="1600" dirty="0" smtClean="0">
                <a:solidFill>
                  <a:schemeClr val="bg1"/>
                </a:solidFill>
              </a:defRPr>
            </a:lvl3pPr>
            <a:lvl4pPr>
              <a:defRPr lang="en-US" sz="1600" dirty="0" smtClean="0">
                <a:solidFill>
                  <a:schemeClr val="bg1"/>
                </a:solidFill>
              </a:defRPr>
            </a:lvl4pPr>
            <a:lvl5pPr>
              <a:defRPr lang="en-IN" sz="1600" dirty="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3" name="Text Placeholder 32">
            <a:extLst>
              <a:ext uri="{FF2B5EF4-FFF2-40B4-BE49-F238E27FC236}">
                <a16:creationId xmlns:a16="http://schemas.microsoft.com/office/drawing/2014/main" id="{C72699EF-A0E2-44EA-8B87-D44EA3CBB849}"/>
              </a:ext>
            </a:extLst>
          </p:cNvPr>
          <p:cNvSpPr>
            <a:spLocks noGrp="1"/>
          </p:cNvSpPr>
          <p:nvPr>
            <p:ph type="body" sz="quarter" idx="18"/>
          </p:nvPr>
        </p:nvSpPr>
        <p:spPr>
          <a:xfrm>
            <a:off x="5935143" y="4638162"/>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1" name="Text Placeholder 32">
            <a:extLst>
              <a:ext uri="{FF2B5EF4-FFF2-40B4-BE49-F238E27FC236}">
                <a16:creationId xmlns:a16="http://schemas.microsoft.com/office/drawing/2014/main" id="{CFEA4D08-78E2-4DEB-AEED-FF4688D9288B}"/>
              </a:ext>
            </a:extLst>
          </p:cNvPr>
          <p:cNvSpPr>
            <a:spLocks noGrp="1"/>
          </p:cNvSpPr>
          <p:nvPr>
            <p:ph type="body" sz="quarter" idx="24"/>
          </p:nvPr>
        </p:nvSpPr>
        <p:spPr>
          <a:xfrm>
            <a:off x="5935143" y="5533487"/>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Tree>
    <p:extLst>
      <p:ext uri="{BB962C8B-B14F-4D97-AF65-F5344CB8AC3E}">
        <p14:creationId xmlns:p14="http://schemas.microsoft.com/office/powerpoint/2010/main" val="256962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29AD3A-0836-410C-8669-3BA380759120}"/>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Click to edit Master text styles</a:t>
            </a:r>
          </a:p>
        </p:txBody>
      </p:sp>
      <p:sp>
        <p:nvSpPr>
          <p:cNvPr id="13" name="Text Placeholder 12">
            <a:extLst>
              <a:ext uri="{FF2B5EF4-FFF2-40B4-BE49-F238E27FC236}">
                <a16:creationId xmlns:a16="http://schemas.microsoft.com/office/drawing/2014/main" id="{536E8C5D-ECD7-4071-84C0-EC3469042239}"/>
              </a:ext>
            </a:extLst>
          </p:cNvPr>
          <p:cNvSpPr>
            <a:spLocks noGrp="1"/>
          </p:cNvSpPr>
          <p:nvPr>
            <p:ph type="body" sz="quarter" idx="11"/>
          </p:nvPr>
        </p:nvSpPr>
        <p:spPr>
          <a:xfrm>
            <a:off x="5467350" y="1967016"/>
            <a:ext cx="5399088" cy="3600000"/>
          </a:xfrm>
          <a:prstGeom prst="rect">
            <a:avLst/>
          </a:prstGeom>
        </p:spPr>
        <p:txBody>
          <a:bodyPr lIns="0" tIns="0" rIns="0" bIns="0"/>
          <a:lstStyle>
            <a:lvl1pPr marL="179388" indent="-179388">
              <a:lnSpc>
                <a:spcPts val="2000"/>
              </a:lnSpc>
              <a:spcBef>
                <a:spcPts val="1200"/>
              </a:spcBef>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63394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0F9C8D-B927-4AB8-9029-141BEF31D96C}"/>
              </a:ext>
            </a:extLst>
          </p:cNvPr>
          <p:cNvSpPr txBox="1"/>
          <p:nvPr userDrawn="1"/>
        </p:nvSpPr>
        <p:spPr>
          <a:xfrm>
            <a:off x="1614152" y="275296"/>
            <a:ext cx="5319252" cy="276999"/>
          </a:xfrm>
          <a:prstGeom prst="rect">
            <a:avLst/>
          </a:prstGeom>
          <a:noFill/>
        </p:spPr>
        <p:txBody>
          <a:bodyPr wrap="square" lIns="0" tIns="0" rIns="0" bIns="0" rtlCol="0" anchor="ctr" anchorCtr="0">
            <a:spAutoFit/>
          </a:bodyPr>
          <a:lstStyle/>
          <a:p>
            <a:pPr algn="l"/>
            <a:r>
              <a:rPr lang="en-US" sz="1800" b="1" kern="1200" dirty="0">
                <a:solidFill>
                  <a:schemeClr val="bg2"/>
                </a:solidFill>
                <a:latin typeface="+mj-lt"/>
                <a:ea typeface="+mj-ea"/>
                <a:cs typeface="+mj-cs"/>
              </a:rPr>
              <a:t>Disclaimer</a:t>
            </a:r>
            <a:endParaRPr lang="en-IN" sz="1800" b="1" kern="1200" dirty="0">
              <a:solidFill>
                <a:schemeClr val="bg2"/>
              </a:solidFill>
              <a:latin typeface="+mj-lt"/>
              <a:ea typeface="+mj-ea"/>
              <a:cs typeface="+mj-cs"/>
            </a:endParaRPr>
          </a:p>
        </p:txBody>
      </p:sp>
      <p:sp>
        <p:nvSpPr>
          <p:cNvPr id="7" name="TextBox 6">
            <a:extLst>
              <a:ext uri="{FF2B5EF4-FFF2-40B4-BE49-F238E27FC236}">
                <a16:creationId xmlns:a16="http://schemas.microsoft.com/office/drawing/2014/main" id="{6CBCBDD2-D571-41A1-A16F-92D131A6CEBE}"/>
              </a:ext>
            </a:extLst>
          </p:cNvPr>
          <p:cNvSpPr txBox="1"/>
          <p:nvPr userDrawn="1"/>
        </p:nvSpPr>
        <p:spPr>
          <a:xfrm>
            <a:off x="689847" y="1071872"/>
            <a:ext cx="10812306" cy="5539978"/>
          </a:xfrm>
          <a:prstGeom prst="rect">
            <a:avLst/>
          </a:prstGeom>
          <a:noFill/>
        </p:spPr>
        <p:txBody>
          <a:bodyPr wrap="square" lIns="0" tIns="0" rIns="0" bIns="0" numCol="4" spcCol="274320" rtlCol="0">
            <a:spAutoFit/>
          </a:bodyPr>
          <a:lstStyle/>
          <a:p>
            <a:pPr marL="0" indent="0" algn="just">
              <a:buNone/>
            </a:pPr>
            <a:r>
              <a:rPr lang="en-US" sz="1000" i="0" dirty="0">
                <a:solidFill>
                  <a:schemeClr val="tx1">
                    <a:lumMod val="50000"/>
                    <a:lumOff val="50000"/>
                  </a:schemeClr>
                </a:solidFill>
                <a:latin typeface="+mn-lt"/>
                <a:cs typeface="Arial" panose="020B0604020202020204" pitchFamily="34" charset="0"/>
              </a:rPr>
              <a:t>This research report (the “Report”) is being furnished to a limited number of recipients on a private and confidential basis by National Investment and Infrastructure Fund Limited (the “NIIFL”). This is an “information only” document and is not, and under no circumstances is it to be construed as creating any binding legal obligations or capable of being relied upon by any person.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in this Report is based on facts, figures and information that are obtained from publicly available media or other sources believed to be reliable and considered true, correct, and accurate. This Report is provided on the understanding that each recipient will maintain the confidentiality of, and not distribute, disclose, reproduce or use (in whole or in part) the information to any third party without the prior written consent of NIIFL, or to any of its employees, officers, affiliates associates or group companies</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set forth in this Report has been compiled as of the date hereof and may undergo change in the future. Unless stated otherwise herein and the delivery of this Report shall not create any implication that the information contained herein is correct as of, or at any time subsequent to, this date. NIIFL does not undertake to update or correct any information herein. No representation or warranty, express or implied, is made or assurance given by NIIFL, its associates or its respective partners or employees and, without prejudice to any liability for, or remedy in respect of, fraudulent misrepresentation, no responsibility or liability or duty of care is, or will be accepted by NIIFL, its associates or its respective partners or employees (a) as to the fairness, veracity, correctness, accuracy, authenticity, completeness, currency, reliability or reasonableness of the information or opinions contained in this Report; or (b) for updating this Report, correcting any inaccuracies in it or providing any additional information to any recipient. None of NIIFL, its associates or its respective partners or employees shall be liable for any loss (direct, indirect, special or consequential, including lost revenue or lost profits) or damage suffered by any person as a result of relying on any statement in, or omission from, this Report.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use of any information set out in this Report is entirely at the recipient’s own risk and the recipient alone shall alone be responsible / liable for any decision taken on the basis of this Report. This Report should not form the sole basis for any decision as to a potential course of action without independent confirmation of its observations; nor should it be relied upon as advice in any manner whatsoever. Each recipient of this Report should make such investigation as it deems necessary to arrive at an independent evaluation of the data referred to in this Report (including the merits and risks involved).</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No recipient should construe the contents of this Report as legal, tax, financial, investment, accounting or other advice. If the Report mention any rates of return and other yields, please consider those as indicative only and note that they may change depending upon prevailing market conditions, taxation, regulation, foreign exchange rates and other relevant factors. Words such as “will”, “expect”, “should” and similar expressions are forward looking statements which, by their nature, involve risk and uncertainty.</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Report and the information set forth herein is not targeted at the residents of any particular jurisdiction or country and is not intended for distribution to, or use by, any person in any jurisdiction or country where such distribution publication, availability or use would be contrary to local law or regulation or which would subject NIIFL to any registration or licensing requirements within such jurisdiction. It is the responsibility of each recipient to satisfy themselves as to full compliance with the applicable laws and regulations of any relevant territory through consulting or seeking advice from a local counsel / qualified professional or otherwise, including obtaining any requisite governmental, regulatory or other consent and observing any other formality presented in such territory.</a:t>
            </a:r>
            <a:endParaRPr lang="en-IN" sz="1000" i="0" dirty="0">
              <a:solidFill>
                <a:schemeClr val="tx1">
                  <a:lumMod val="50000"/>
                  <a:lumOff val="50000"/>
                </a:schemeClr>
              </a:solidFill>
              <a:latin typeface="+mn-lt"/>
              <a:cs typeface="Arial" panose="020B0604020202020204" pitchFamily="34" charset="0"/>
            </a:endParaRP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Forward-looking statements are predictions and may be subject to change without providing any notice. Certain statements made in this presentation may not be based on historical information or facts and may be "forward-looking statements". Actual results may differ materially from these forward-looking statements due to a number of factors, including future changes or developments information technology and political, economic, legal and social conditions in India.</a:t>
            </a: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Certain information made available in this document have been obtained from independent third-party sources believed to be reliable, but its accuracy and completeness are not guaranteed and have not been independently verified by NIIFL. NIIFL reserves the right at any time and without notice to change, amend, or cease publication of the information. However, NIIFL is under no obligation to update or keep the Report current. It is made available on an “as is” basis. Neither any of the funds managed by NIIFL nor NIIFL, nor any of their respective affiliates, advisers or representatives, officers or employees accept any liability whatsoever (in negligence or otherwise) for any direct or consequential loss arising from any use of this Report or its contents.</a:t>
            </a:r>
          </a:p>
          <a:p>
            <a:pPr marL="0" indent="0" algn="just">
              <a:buNone/>
            </a:pPr>
            <a:r>
              <a:rPr lang="en-US" sz="1000" i="0" dirty="0">
                <a:solidFill>
                  <a:schemeClr val="tx1">
                    <a:lumMod val="50000"/>
                    <a:lumOff val="50000"/>
                  </a:schemeClr>
                </a:solidFill>
                <a:latin typeface="+mn-lt"/>
                <a:cs typeface="Arial" panose="020B0604020202020204" pitchFamily="34" charset="0"/>
              </a:rPr>
              <a:t>The information provided in this Report the copyright of NIIFL. All layout, design, original artwork, concepts and other intellectual properties, remains the property of NIIFL and may not be used in any form or for any purpose whatsoever by any party without the express written permission of NIIFL.</a:t>
            </a:r>
          </a:p>
          <a:p>
            <a:pPr marL="0" indent="0" algn="just">
              <a:buNone/>
            </a:pPr>
            <a:endParaRPr lang="en-IN" sz="1000" i="0" dirty="0">
              <a:solidFill>
                <a:schemeClr val="tx1">
                  <a:lumMod val="50000"/>
                  <a:lumOff val="50000"/>
                </a:schemeClr>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782C4B6-6F28-4AB0-BFBD-3D8D606C606F}"/>
              </a:ext>
            </a:extLst>
          </p:cNvPr>
          <p:cNvSpPr>
            <a:spLocks noGrp="1"/>
          </p:cNvSpPr>
          <p:nvPr>
            <p:ph type="sldNum" sz="quarter" idx="10"/>
          </p:nvPr>
        </p:nvSpPr>
        <p:spPr/>
        <p:txBody>
          <a:bodyPr/>
          <a:lstStyle/>
          <a:p>
            <a:fld id="{876B725F-5D95-4426-955A-5CC87B0424AA}" type="slidenum">
              <a:rPr lang="en-IN" smtClean="0"/>
              <a:t>‹#›</a:t>
            </a:fld>
            <a:endParaRPr lang="en-IN"/>
          </a:p>
        </p:txBody>
      </p:sp>
    </p:spTree>
    <p:extLst>
      <p:ext uri="{BB962C8B-B14F-4D97-AF65-F5344CB8AC3E}">
        <p14:creationId xmlns:p14="http://schemas.microsoft.com/office/powerpoint/2010/main" val="57486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FC767B7-3BEA-4A36-9352-A52CA8E6D1C6}"/>
              </a:ext>
            </a:extLst>
          </p:cNvPr>
          <p:cNvSpPr>
            <a:spLocks noGrp="1"/>
          </p:cNvSpPr>
          <p:nvPr>
            <p:ph type="body" sz="quarter" idx="12" hasCustomPrompt="1"/>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Contact</a:t>
            </a:r>
          </a:p>
        </p:txBody>
      </p:sp>
      <p:sp>
        <p:nvSpPr>
          <p:cNvPr id="3" name="Text Placeholder 2">
            <a:extLst>
              <a:ext uri="{FF2B5EF4-FFF2-40B4-BE49-F238E27FC236}">
                <a16:creationId xmlns:a16="http://schemas.microsoft.com/office/drawing/2014/main" id="{BB505F1A-7935-48D1-9631-EB369CD20F45}"/>
              </a:ext>
            </a:extLst>
          </p:cNvPr>
          <p:cNvSpPr>
            <a:spLocks noGrp="1"/>
          </p:cNvSpPr>
          <p:nvPr>
            <p:ph type="body" sz="quarter" idx="19" hasCustomPrompt="1"/>
          </p:nvPr>
        </p:nvSpPr>
        <p:spPr>
          <a:xfrm>
            <a:off x="5467144" y="5534025"/>
            <a:ext cx="5400000" cy="323850"/>
          </a:xfrm>
          <a:prstGeom prst="rect">
            <a:avLst/>
          </a:prstGeom>
        </p:spPr>
        <p:txBody>
          <a:bodyPr lIns="0" tIns="0" rIns="0" bIns="0" anchor="ctr" anchorCtr="0"/>
          <a:lstStyle>
            <a:lvl1pPr marL="0" indent="0">
              <a:buNone/>
              <a:defRPr sz="1400" b="1">
                <a:solidFill>
                  <a:schemeClr val="bg2"/>
                </a:solidFill>
              </a:defRPr>
            </a:lvl1pPr>
            <a:lvl2pPr marL="457200" indent="0">
              <a:buNone/>
              <a:defRPr sz="1400">
                <a:solidFill>
                  <a:schemeClr val="bg2"/>
                </a:solidFill>
              </a:defRPr>
            </a:lvl2pPr>
            <a:lvl3pPr marL="914400" indent="0">
              <a:buNone/>
              <a:defRPr sz="1400">
                <a:solidFill>
                  <a:schemeClr val="bg2"/>
                </a:solidFill>
              </a:defRPr>
            </a:lvl3pPr>
            <a:lvl4pPr marL="1371600" indent="0">
              <a:buNone/>
              <a:defRPr sz="1400">
                <a:solidFill>
                  <a:schemeClr val="bg2"/>
                </a:solidFill>
              </a:defRPr>
            </a:lvl4pPr>
            <a:lvl5pPr marL="1828800" indent="0">
              <a:buNone/>
              <a:defRPr sz="1400">
                <a:solidFill>
                  <a:schemeClr val="bg2"/>
                </a:solidFill>
              </a:defRPr>
            </a:lvl5pPr>
          </a:lstStyle>
          <a:p>
            <a:pPr lvl="0"/>
            <a:r>
              <a:rPr lang="en-US" dirty="0"/>
              <a:t>Date</a:t>
            </a:r>
          </a:p>
        </p:txBody>
      </p:sp>
      <p:sp>
        <p:nvSpPr>
          <p:cNvPr id="4" name="Content Placeholder 3">
            <a:extLst>
              <a:ext uri="{FF2B5EF4-FFF2-40B4-BE49-F238E27FC236}">
                <a16:creationId xmlns:a16="http://schemas.microsoft.com/office/drawing/2014/main" id="{BEDD4037-08D5-4E17-9C7C-3F8EDB3733DC}"/>
              </a:ext>
            </a:extLst>
          </p:cNvPr>
          <p:cNvSpPr>
            <a:spLocks noGrp="1"/>
          </p:cNvSpPr>
          <p:nvPr>
            <p:ph sz="quarter" idx="20" hasCustomPrompt="1"/>
          </p:nvPr>
        </p:nvSpPr>
        <p:spPr>
          <a:xfrm>
            <a:off x="5467144" y="1948993"/>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9" name="Content Placeholder 3">
            <a:extLst>
              <a:ext uri="{FF2B5EF4-FFF2-40B4-BE49-F238E27FC236}">
                <a16:creationId xmlns:a16="http://schemas.microsoft.com/office/drawing/2014/main" id="{3A9B6D2F-CB3D-4EF2-9793-AA336EC35067}"/>
              </a:ext>
            </a:extLst>
          </p:cNvPr>
          <p:cNvSpPr>
            <a:spLocks noGrp="1"/>
          </p:cNvSpPr>
          <p:nvPr>
            <p:ph sz="quarter" idx="21" hasCustomPrompt="1"/>
          </p:nvPr>
        </p:nvSpPr>
        <p:spPr>
          <a:xfrm>
            <a:off x="5467144" y="3063814"/>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0" name="Content Placeholder 3">
            <a:extLst>
              <a:ext uri="{FF2B5EF4-FFF2-40B4-BE49-F238E27FC236}">
                <a16:creationId xmlns:a16="http://schemas.microsoft.com/office/drawing/2014/main" id="{90A83D5C-9909-4449-AE44-BA2498954AB2}"/>
              </a:ext>
            </a:extLst>
          </p:cNvPr>
          <p:cNvSpPr>
            <a:spLocks noGrp="1"/>
          </p:cNvSpPr>
          <p:nvPr>
            <p:ph sz="quarter" idx="22" hasCustomPrompt="1"/>
          </p:nvPr>
        </p:nvSpPr>
        <p:spPr>
          <a:xfrm>
            <a:off x="5467144" y="4185436"/>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1" name="Text Placeholder 18">
            <a:extLst>
              <a:ext uri="{FF2B5EF4-FFF2-40B4-BE49-F238E27FC236}">
                <a16:creationId xmlns:a16="http://schemas.microsoft.com/office/drawing/2014/main" id="{718755DF-EAFA-4252-9BE7-6FC8915929D7}"/>
              </a:ext>
            </a:extLst>
          </p:cNvPr>
          <p:cNvSpPr>
            <a:spLocks noGrp="1"/>
          </p:cNvSpPr>
          <p:nvPr>
            <p:ph type="body" sz="quarter" idx="23" hasCustomPrompt="1"/>
          </p:nvPr>
        </p:nvSpPr>
        <p:spPr>
          <a:xfrm>
            <a:off x="6318044" y="204302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2" name="Text Placeholder 18">
            <a:extLst>
              <a:ext uri="{FF2B5EF4-FFF2-40B4-BE49-F238E27FC236}">
                <a16:creationId xmlns:a16="http://schemas.microsoft.com/office/drawing/2014/main" id="{71550C88-FFB7-4BEC-AA14-04AAB9C534D4}"/>
              </a:ext>
            </a:extLst>
          </p:cNvPr>
          <p:cNvSpPr>
            <a:spLocks noGrp="1"/>
          </p:cNvSpPr>
          <p:nvPr>
            <p:ph type="body" sz="quarter" idx="26" hasCustomPrompt="1"/>
          </p:nvPr>
        </p:nvSpPr>
        <p:spPr>
          <a:xfrm>
            <a:off x="6318043" y="2314232"/>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5" name="Text Placeholder 18">
            <a:extLst>
              <a:ext uri="{FF2B5EF4-FFF2-40B4-BE49-F238E27FC236}">
                <a16:creationId xmlns:a16="http://schemas.microsoft.com/office/drawing/2014/main" id="{5327C65E-F3FE-404B-A71E-06E0FE913EC2}"/>
              </a:ext>
            </a:extLst>
          </p:cNvPr>
          <p:cNvSpPr>
            <a:spLocks noGrp="1"/>
          </p:cNvSpPr>
          <p:nvPr>
            <p:ph type="body" sz="quarter" idx="27" hasCustomPrompt="1"/>
          </p:nvPr>
        </p:nvSpPr>
        <p:spPr>
          <a:xfrm>
            <a:off x="6318044" y="3153859"/>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6" name="Text Placeholder 18">
            <a:extLst>
              <a:ext uri="{FF2B5EF4-FFF2-40B4-BE49-F238E27FC236}">
                <a16:creationId xmlns:a16="http://schemas.microsoft.com/office/drawing/2014/main" id="{6C208BE5-F662-45F9-B182-4C820A7E993A}"/>
              </a:ext>
            </a:extLst>
          </p:cNvPr>
          <p:cNvSpPr>
            <a:spLocks noGrp="1"/>
          </p:cNvSpPr>
          <p:nvPr>
            <p:ph type="body" sz="quarter" idx="28" hasCustomPrompt="1"/>
          </p:nvPr>
        </p:nvSpPr>
        <p:spPr>
          <a:xfrm>
            <a:off x="6318043" y="3425063"/>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9" name="Text Placeholder 18">
            <a:extLst>
              <a:ext uri="{FF2B5EF4-FFF2-40B4-BE49-F238E27FC236}">
                <a16:creationId xmlns:a16="http://schemas.microsoft.com/office/drawing/2014/main" id="{B77F708E-DF40-49F2-A03A-E484220A60BA}"/>
              </a:ext>
            </a:extLst>
          </p:cNvPr>
          <p:cNvSpPr>
            <a:spLocks noGrp="1"/>
          </p:cNvSpPr>
          <p:nvPr>
            <p:ph type="body" sz="quarter" idx="30" hasCustomPrompt="1"/>
          </p:nvPr>
        </p:nvSpPr>
        <p:spPr>
          <a:xfrm>
            <a:off x="6318043" y="4268086"/>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20" name="Text Placeholder 18">
            <a:extLst>
              <a:ext uri="{FF2B5EF4-FFF2-40B4-BE49-F238E27FC236}">
                <a16:creationId xmlns:a16="http://schemas.microsoft.com/office/drawing/2014/main" id="{D2ACBCE2-FA81-49EB-B19A-9BD685AED74D}"/>
              </a:ext>
            </a:extLst>
          </p:cNvPr>
          <p:cNvSpPr>
            <a:spLocks noGrp="1"/>
          </p:cNvSpPr>
          <p:nvPr>
            <p:ph type="body" sz="quarter" idx="31" hasCustomPrompt="1"/>
          </p:nvPr>
        </p:nvSpPr>
        <p:spPr>
          <a:xfrm>
            <a:off x="6318042" y="4539290"/>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Tree>
    <p:extLst>
      <p:ext uri="{BB962C8B-B14F-4D97-AF65-F5344CB8AC3E}">
        <p14:creationId xmlns:p14="http://schemas.microsoft.com/office/powerpoint/2010/main" val="342601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C4F1B-0EDB-43AC-9F69-2ADC040B11AE}"/>
              </a:ext>
            </a:extLst>
          </p:cNvPr>
          <p:cNvSpPr>
            <a:spLocks noGrp="1"/>
          </p:cNvSpPr>
          <p:nvPr>
            <p:ph type="title"/>
          </p:nvPr>
        </p:nvSpPr>
        <p:spPr>
          <a:xfrm>
            <a:off x="1614152" y="275296"/>
            <a:ext cx="9180000" cy="276999"/>
          </a:xfrm>
          <a:prstGeom prst="rect">
            <a:avLst/>
          </a:prstGeom>
        </p:spPr>
        <p:txBody>
          <a:bodyPr vert="horz" wrap="none" lIns="0" tIns="0" rIns="0" bIns="0" rtlCol="0" anchor="ctr" anchorCtr="0">
            <a:noAutofit/>
          </a:bodyPr>
          <a:lstStyle/>
          <a:p>
            <a:r>
              <a:rPr lang="en-US" dirty="0"/>
              <a:t>Click to edit Master title style</a:t>
            </a:r>
            <a:endParaRPr lang="en-IN" dirty="0"/>
          </a:p>
        </p:txBody>
      </p:sp>
      <p:sp>
        <p:nvSpPr>
          <p:cNvPr id="6" name="Slide Number Placeholder 5">
            <a:extLst>
              <a:ext uri="{FF2B5EF4-FFF2-40B4-BE49-F238E27FC236}">
                <a16:creationId xmlns:a16="http://schemas.microsoft.com/office/drawing/2014/main" id="{E068193C-4656-4279-9C31-DA36F36BD744}"/>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Tree>
    <p:extLst>
      <p:ext uri="{BB962C8B-B14F-4D97-AF65-F5344CB8AC3E}">
        <p14:creationId xmlns:p14="http://schemas.microsoft.com/office/powerpoint/2010/main" val="409766183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2" r:id="rId3"/>
    <p:sldLayoutId id="2147483663" r:id="rId4"/>
    <p:sldLayoutId id="2147483670" r:id="rId5"/>
    <p:sldLayoutId id="2147483664" r:id="rId6"/>
    <p:sldLayoutId id="2147483671" r:id="rId7"/>
    <p:sldLayoutId id="2147483669" r:id="rId8"/>
    <p:sldLayoutId id="2147483668" r:id="rId9"/>
    <p:sldLayoutId id="2147483673" r:id="rId10"/>
    <p:sldLayoutId id="2147483665" r:id="rId11"/>
    <p:sldLayoutId id="2147483672" r:id="rId12"/>
    <p:sldLayoutId id="2147483666" r:id="rId13"/>
    <p:sldLayoutId id="2147483667" r:id="rId14"/>
    <p:sldLayoutId id="2147483674" r:id="rId15"/>
    <p:sldLayoutId id="2147483676" r:id="rId16"/>
    <p:sldLayoutId id="2147483677" r:id="rId17"/>
    <p:sldLayoutId id="2147483678" r:id="rId18"/>
    <p:sldLayoutId id="2147483679" r:id="rId19"/>
  </p:sldLayoutIdLst>
  <p:hf hdr="0" ftr="0" dt="0"/>
  <p:txStyles>
    <p:titleStyle>
      <a:lvl1pPr algn="l" defTabSz="914400" rtl="0" eaLnBrk="1" latinLnBrk="0" hangingPunct="1">
        <a:lnSpc>
          <a:spcPct val="90000"/>
        </a:lnSpc>
        <a:spcBef>
          <a:spcPct val="0"/>
        </a:spcBef>
        <a:buNone/>
        <a:defRPr sz="18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NIIF MONTHLY REPORTS">
  <a:themeElements>
    <a:clrScheme name="NIIF MONTHLY REPORTS">
      <a:dk1>
        <a:srgbClr val="000000"/>
      </a:dk1>
      <a:lt1>
        <a:sysClr val="window" lastClr="FFFFFF"/>
      </a:lt1>
      <a:dk2>
        <a:srgbClr val="EA743B"/>
      </a:dk2>
      <a:lt2>
        <a:srgbClr val="F9A148"/>
      </a:lt2>
      <a:accent1>
        <a:srgbClr val="7F7F7F"/>
      </a:accent1>
      <a:accent2>
        <a:srgbClr val="FFC000"/>
      </a:accent2>
      <a:accent3>
        <a:srgbClr val="F9A148"/>
      </a:accent3>
      <a:accent4>
        <a:srgbClr val="EA743B"/>
      </a:accent4>
      <a:accent5>
        <a:srgbClr val="CFD1D2"/>
      </a:accent5>
      <a:accent6>
        <a:srgbClr val="E5E6DD"/>
      </a:accent6>
      <a:hlink>
        <a:srgbClr val="0563C1"/>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0">
        <a:spAutoFit/>
      </a:bodyPr>
      <a:lstStyle>
        <a:defPPr algn="l">
          <a:defRPr sz="2400" dirty="0" smtClean="0">
            <a:solidFill>
              <a:srgbClr val="CFD1D2"/>
            </a:solidFill>
            <a:latin typeface="+mj-lt"/>
          </a:defRPr>
        </a:defPPr>
      </a:lstStyle>
    </a:txDef>
  </a:objectDefaults>
  <a:extraClrSchemeLst/>
  <a:extLst>
    <a:ext uri="{05A4C25C-085E-4340-85A3-A5531E510DB2}">
      <thm15:themeFamily xmlns:thm15="http://schemas.microsoft.com/office/thememl/2012/main" name="NIIF MONTHLY REPORTS" id="{A0A4F06F-0A10-4EAE-A9AD-52633AB63C55}" vid="{0CD22DC9-609C-487B-A1A3-175CAC812D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858</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NIIF MONTHLY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Santonu Debnath</dc:creator>
  <cp:lastModifiedBy>Santonu Debnath</cp:lastModifiedBy>
  <cp:revision>197</cp:revision>
  <dcterms:created xsi:type="dcterms:W3CDTF">2022-07-09T17:45:22Z</dcterms:created>
  <dcterms:modified xsi:type="dcterms:W3CDTF">2023-02-24T07:13:20Z</dcterms:modified>
</cp:coreProperties>
</file>