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406" r:id="rId5"/>
    <p:sldId id="41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76FA82E-9EE4-B587-27AE-191378A2BE4D}" name="Akshata Kalloor" initials="AK" userId="S::akshata.kalloor@niifindia.in::0a33e228-12b7-4d1b-9007-f9e3a80cbdf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C791"/>
    <a:srgbClr val="979797"/>
    <a:srgbClr val="8A8A8A"/>
    <a:srgbClr val="ED7009"/>
    <a:srgbClr val="FF9900"/>
    <a:srgbClr val="F5D513"/>
    <a:srgbClr val="F8C818"/>
    <a:srgbClr val="FAF486"/>
    <a:srgbClr val="016301"/>
    <a:srgbClr val="07D7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1985" autoAdjust="0"/>
    <p:restoredTop sz="94660"/>
  </p:normalViewPr>
  <p:slideViewPr>
    <p:cSldViewPr snapToGrid="0">
      <p:cViewPr varScale="1">
        <p:scale>
          <a:sx n="69" d="100"/>
          <a:sy n="69" d="100"/>
        </p:scale>
        <p:origin x="900" y="78"/>
      </p:cViewPr>
      <p:guideLst>
        <p:guide orient="horz" pos="73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OTE SMALLER CHART/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6DFA8-4084-4E15-A7BD-58FC6BD41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4152" y="685724"/>
            <a:ext cx="9180000" cy="324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lang="en-US" sz="16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FDAB035-7720-4825-8164-E5F835A9DE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E887821-621F-4AB0-AC1E-31D3488E68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96000" y="1133170"/>
            <a:ext cx="9180000" cy="16915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b="1" kern="1200" dirty="0" smtClean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None/>
              <a:defRPr lang="en-IN" sz="1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1D39C50-249C-4971-9D4D-5B2601E89C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96000" y="6063865"/>
            <a:ext cx="9000000" cy="131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lang="en-US" sz="1050" i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1E0544-D970-4ABA-925C-FDF291D4C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803DD69-F5B7-477B-961C-466BE2C5BCB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96000" y="6340940"/>
            <a:ext cx="9000000" cy="3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176213" indent="-176213">
              <a:lnSpc>
                <a:spcPts val="1000"/>
              </a:lnSpc>
              <a:spcBef>
                <a:spcPts val="0"/>
              </a:spcBef>
              <a:buFont typeface="+mj-lt"/>
              <a:buAutoNum type="arabicPeriod"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Note: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CA715A7-4EFB-44D6-956C-D59A4F10C94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96000" y="1381848"/>
            <a:ext cx="9180000" cy="13170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None/>
              <a:defRPr lang="en-IN" sz="1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Sub-header</a:t>
            </a:r>
          </a:p>
          <a:p>
            <a:pPr lvl="0"/>
            <a:endParaRPr lang="en-US" dirty="0"/>
          </a:p>
        </p:txBody>
      </p:sp>
      <p:sp>
        <p:nvSpPr>
          <p:cNvPr id="12" name="Chart Placeholder 25">
            <a:extLst>
              <a:ext uri="{FF2B5EF4-FFF2-40B4-BE49-F238E27FC236}">
                <a16:creationId xmlns:a16="http://schemas.microsoft.com/office/drawing/2014/main" id="{51973624-7E3C-4673-8A6E-70A216FEA0C4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802044" y="1700791"/>
            <a:ext cx="4804215" cy="4151851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1299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F448F-1B8C-4B9D-87A2-E068AB76C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4152" y="685723"/>
            <a:ext cx="9180000" cy="324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lang="en-US" sz="16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1497" y="6541475"/>
            <a:ext cx="307132" cy="17820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227D3E95-669E-4142-B960-B0DBDB1C7E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4663" y="1095853"/>
            <a:ext cx="4860000" cy="1628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 Header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C353EBEF-E4FA-4E23-9C0D-060DA94F75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36001" y="1103676"/>
            <a:ext cx="4860000" cy="1628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B498929F-4568-4EEB-AC60-B9BEE961E7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8505" y="5927171"/>
            <a:ext cx="4860000" cy="13170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05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50" i="1"/>
            </a:lvl2pPr>
            <a:lvl3pPr marL="914400" indent="0">
              <a:buNone/>
              <a:defRPr sz="1050" i="1"/>
            </a:lvl3pPr>
            <a:lvl4pPr marL="1371600" indent="0">
              <a:buNone/>
              <a:defRPr sz="1050" i="1"/>
            </a:lvl4pPr>
            <a:lvl5pPr marL="1828800" indent="0">
              <a:buNone/>
              <a:defRPr sz="1050" i="1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BF213940-6930-4EE3-86D9-CA1557CDE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339" y="5927171"/>
            <a:ext cx="4860000" cy="13170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05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50" i="1"/>
            </a:lvl2pPr>
            <a:lvl3pPr marL="914400" indent="0">
              <a:buNone/>
              <a:defRPr sz="1050" i="1"/>
            </a:lvl3pPr>
            <a:lvl4pPr marL="1371600" indent="0">
              <a:buNone/>
              <a:defRPr sz="1050" i="1"/>
            </a:lvl4pPr>
            <a:lvl5pPr marL="1828800" indent="0">
              <a:buNone/>
              <a:defRPr sz="1050" i="1"/>
            </a:lvl5pPr>
          </a:lstStyle>
          <a:p>
            <a:pPr lvl="0"/>
            <a:r>
              <a:rPr lang="en-US" dirty="0"/>
              <a:t>Source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103676"/>
            <a:ext cx="0" cy="561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DDA5DA5-5F2D-4206-8017-BD0B53DD38C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8505" y="6357459"/>
            <a:ext cx="4860000" cy="3680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>
              <a:lnSpc>
                <a:spcPts val="1000"/>
              </a:lnSpc>
              <a:spcBef>
                <a:spcPts val="0"/>
              </a:spcBef>
              <a:buFont typeface="+mj-lt"/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</a:defRPr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A136A095-7240-43A9-A4E6-D14821E0D4A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636001" y="6357459"/>
            <a:ext cx="4860000" cy="3233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>
              <a:lnSpc>
                <a:spcPts val="1000"/>
              </a:lnSpc>
              <a:spcBef>
                <a:spcPts val="0"/>
              </a:spcBef>
              <a:buFont typeface="+mj-lt"/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1"/>
            <a:r>
              <a:rPr lang="en-US" dirty="0"/>
              <a:t>Second level</a:t>
            </a:r>
          </a:p>
        </p:txBody>
      </p:sp>
      <p:sp>
        <p:nvSpPr>
          <p:cNvPr id="20" name="Chart Placeholder 25">
            <a:extLst>
              <a:ext uri="{FF2B5EF4-FFF2-40B4-BE49-F238E27FC236}">
                <a16:creationId xmlns:a16="http://schemas.microsoft.com/office/drawing/2014/main" id="{9DF0670F-003D-48E0-8C20-00AD0596C4D3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79167" y="1596848"/>
            <a:ext cx="4859338" cy="4151851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1" name="Chart Placeholder 25">
            <a:extLst>
              <a:ext uri="{FF2B5EF4-FFF2-40B4-BE49-F238E27FC236}">
                <a16:creationId xmlns:a16="http://schemas.microsoft.com/office/drawing/2014/main" id="{1442A99F-C6BB-47DE-89E9-A89A8DFFDA83}"/>
              </a:ext>
            </a:extLst>
          </p:cNvPr>
          <p:cNvSpPr>
            <a:spLocks noGrp="1"/>
          </p:cNvSpPr>
          <p:nvPr>
            <p:ph type="chart" sz="quarter" idx="33"/>
          </p:nvPr>
        </p:nvSpPr>
        <p:spPr>
          <a:xfrm>
            <a:off x="6651497" y="1641114"/>
            <a:ext cx="4859338" cy="4107585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39C096EA-457D-4452-AED1-48E2A226D3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78505" y="6172145"/>
            <a:ext cx="4860000" cy="13170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050" b="1" i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050" i="1"/>
            </a:lvl2pPr>
            <a:lvl3pPr marL="914400" indent="0">
              <a:buNone/>
              <a:defRPr sz="1050" i="1"/>
            </a:lvl3pPr>
            <a:lvl4pPr marL="1371600" indent="0">
              <a:buNone/>
              <a:defRPr sz="1050" i="1"/>
            </a:lvl4pPr>
            <a:lvl5pPr marL="1828800" indent="0">
              <a:buNone/>
              <a:defRPr sz="1050" i="1"/>
            </a:lvl5pPr>
          </a:lstStyle>
          <a:p>
            <a:pPr lvl="0"/>
            <a:r>
              <a:rPr lang="en-US" dirty="0"/>
              <a:t>Note: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48E21098-25B5-49E1-986F-3E493DD89E9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001" y="6172145"/>
            <a:ext cx="4860000" cy="13170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050" b="1" i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050" i="1"/>
            </a:lvl2pPr>
            <a:lvl3pPr marL="914400" indent="0">
              <a:buNone/>
              <a:defRPr sz="1050" i="1"/>
            </a:lvl3pPr>
            <a:lvl4pPr marL="1371600" indent="0">
              <a:buNone/>
              <a:defRPr sz="1050" i="1"/>
            </a:lvl4pPr>
            <a:lvl5pPr marL="1828800" indent="0">
              <a:buNone/>
              <a:defRPr sz="1050" i="1"/>
            </a:lvl5pPr>
          </a:lstStyle>
          <a:p>
            <a:pPr lvl="0"/>
            <a:r>
              <a:rPr lang="en-US" dirty="0"/>
              <a:t>Note: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04E56E8F-11FC-4899-8C55-BACF9630E5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8505" y="1344652"/>
            <a:ext cx="4876153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EDA6562A-E81C-4DF8-9995-270882355A5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651497" y="1329816"/>
            <a:ext cx="4958612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1161305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ITH NAME 2 CHARTS_comm_l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F448F-1B8C-4B9D-87A2-E068AB76C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4152" y="685723"/>
            <a:ext cx="9180000" cy="324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lang="en-US" sz="16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1497" y="6541475"/>
            <a:ext cx="307132" cy="17820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227D3E95-669E-4142-B960-B0DBDB1C7E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4663" y="1095853"/>
            <a:ext cx="4860000" cy="1628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 Header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C353EBEF-E4FA-4E23-9C0D-060DA94F75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36001" y="1103676"/>
            <a:ext cx="4860000" cy="16280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B498929F-4568-4EEB-AC60-B9BEE961E7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8505" y="5927171"/>
            <a:ext cx="4860000" cy="13170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05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50" i="1"/>
            </a:lvl2pPr>
            <a:lvl3pPr marL="914400" indent="0">
              <a:buNone/>
              <a:defRPr sz="1050" i="1"/>
            </a:lvl3pPr>
            <a:lvl4pPr marL="1371600" indent="0">
              <a:buNone/>
              <a:defRPr sz="1050" i="1"/>
            </a:lvl4pPr>
            <a:lvl5pPr marL="1828800" indent="0">
              <a:buNone/>
              <a:defRPr sz="1050" i="1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BF213940-6930-4EE3-86D9-CA1557CDE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339" y="5927171"/>
            <a:ext cx="4860000" cy="13170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05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50" i="1"/>
            </a:lvl2pPr>
            <a:lvl3pPr marL="914400" indent="0">
              <a:buNone/>
              <a:defRPr sz="1050" i="1"/>
            </a:lvl3pPr>
            <a:lvl4pPr marL="1371600" indent="0">
              <a:buNone/>
              <a:defRPr sz="1050" i="1"/>
            </a:lvl4pPr>
            <a:lvl5pPr marL="1828800" indent="0">
              <a:buNone/>
              <a:defRPr sz="1050" i="1"/>
            </a:lvl5pPr>
          </a:lstStyle>
          <a:p>
            <a:pPr lvl="0"/>
            <a:r>
              <a:rPr lang="en-US" dirty="0"/>
              <a:t>Source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  <a:endCxn id="3" idx="0"/>
          </p:cNvCxnSpPr>
          <p:nvPr userDrawn="1"/>
        </p:nvCxnSpPr>
        <p:spPr>
          <a:xfrm flipH="1">
            <a:off x="6094671" y="1103676"/>
            <a:ext cx="1329" cy="4417121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DDA5DA5-5F2D-4206-8017-BD0B53DD38C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8505" y="6357459"/>
            <a:ext cx="4860000" cy="3680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>
              <a:lnSpc>
                <a:spcPts val="1000"/>
              </a:lnSpc>
              <a:spcBef>
                <a:spcPts val="0"/>
              </a:spcBef>
              <a:buFont typeface="+mj-lt"/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</a:defRPr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A136A095-7240-43A9-A4E6-D14821E0D4A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636001" y="6357459"/>
            <a:ext cx="4860000" cy="3233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05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0" indent="0">
              <a:lnSpc>
                <a:spcPts val="1000"/>
              </a:lnSpc>
              <a:spcBef>
                <a:spcPts val="0"/>
              </a:spcBef>
              <a:buFont typeface="+mj-lt"/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1"/>
            <a:r>
              <a:rPr lang="en-US" dirty="0"/>
              <a:t>Second level</a:t>
            </a:r>
          </a:p>
        </p:txBody>
      </p:sp>
      <p:sp>
        <p:nvSpPr>
          <p:cNvPr id="20" name="Chart Placeholder 25">
            <a:extLst>
              <a:ext uri="{FF2B5EF4-FFF2-40B4-BE49-F238E27FC236}">
                <a16:creationId xmlns:a16="http://schemas.microsoft.com/office/drawing/2014/main" id="{9DF0670F-003D-48E0-8C20-00AD0596C4D3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79167" y="1596848"/>
            <a:ext cx="4859338" cy="3829195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1" name="Chart Placeholder 25">
            <a:extLst>
              <a:ext uri="{FF2B5EF4-FFF2-40B4-BE49-F238E27FC236}">
                <a16:creationId xmlns:a16="http://schemas.microsoft.com/office/drawing/2014/main" id="{1442A99F-C6BB-47DE-89E9-A89A8DFFDA83}"/>
              </a:ext>
            </a:extLst>
          </p:cNvPr>
          <p:cNvSpPr>
            <a:spLocks noGrp="1"/>
          </p:cNvSpPr>
          <p:nvPr>
            <p:ph type="chart" sz="quarter" idx="33"/>
          </p:nvPr>
        </p:nvSpPr>
        <p:spPr>
          <a:xfrm>
            <a:off x="6651497" y="1641114"/>
            <a:ext cx="4859338" cy="378492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39C096EA-457D-4452-AED1-48E2A226D3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78505" y="6172145"/>
            <a:ext cx="4860000" cy="13170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050" b="1" i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050" i="1"/>
            </a:lvl2pPr>
            <a:lvl3pPr marL="914400" indent="0">
              <a:buNone/>
              <a:defRPr sz="1050" i="1"/>
            </a:lvl3pPr>
            <a:lvl4pPr marL="1371600" indent="0">
              <a:buNone/>
              <a:defRPr sz="1050" i="1"/>
            </a:lvl4pPr>
            <a:lvl5pPr marL="1828800" indent="0">
              <a:buNone/>
              <a:defRPr sz="1050" i="1"/>
            </a:lvl5pPr>
          </a:lstStyle>
          <a:p>
            <a:pPr lvl="0"/>
            <a:r>
              <a:rPr lang="en-US" dirty="0"/>
              <a:t>Note: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48E21098-25B5-49E1-986F-3E493DD89E9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001" y="6172145"/>
            <a:ext cx="4860000" cy="13170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050" b="1" i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050" i="1"/>
            </a:lvl2pPr>
            <a:lvl3pPr marL="914400" indent="0">
              <a:buNone/>
              <a:defRPr sz="1050" i="1"/>
            </a:lvl3pPr>
            <a:lvl4pPr marL="1371600" indent="0">
              <a:buNone/>
              <a:defRPr sz="1050" i="1"/>
            </a:lvl4pPr>
            <a:lvl5pPr marL="1828800" indent="0">
              <a:buNone/>
              <a:defRPr sz="1050" i="1"/>
            </a:lvl5pPr>
          </a:lstStyle>
          <a:p>
            <a:pPr lvl="0"/>
            <a:r>
              <a:rPr lang="en-US" dirty="0"/>
              <a:t>Note: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04E56E8F-11FC-4899-8C55-BACF9630E5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8505" y="1344652"/>
            <a:ext cx="4876153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EDA6562A-E81C-4DF8-9995-270882355A5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651497" y="1329816"/>
            <a:ext cx="4958612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Chart Placeholder 25">
            <a:extLst>
              <a:ext uri="{FF2B5EF4-FFF2-40B4-BE49-F238E27FC236}">
                <a16:creationId xmlns:a16="http://schemas.microsoft.com/office/drawing/2014/main" id="{E02BCBB8-243B-667D-2E9D-7C5E206726AF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78506" y="5520797"/>
            <a:ext cx="10832330" cy="29310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956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OTE BIGGER CHART/TAB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5B52D-44B5-4293-8BDB-23081097F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9ABDE62-BF00-77D9-42FC-12B8DC787E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7144" y="1165404"/>
            <a:ext cx="5400000" cy="32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 b="1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7119DE13-BE96-1162-21E3-BC1A38DE02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35144" y="1967016"/>
            <a:ext cx="4932000" cy="75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  <a:lvl2pPr marL="176213" indent="0">
              <a:lnSpc>
                <a:spcPts val="16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ext Placeholder 28">
            <a:extLst>
              <a:ext uri="{FF2B5EF4-FFF2-40B4-BE49-F238E27FC236}">
                <a16:creationId xmlns:a16="http://schemas.microsoft.com/office/drawing/2014/main" id="{6454DCDD-A60F-999C-9A14-D7D6126BDD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35144" y="2854909"/>
            <a:ext cx="4932000" cy="756000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6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  <a:lvl2pPr marL="176213" indent="0">
              <a:lnSpc>
                <a:spcPts val="16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176213" algn="l"/>
              </a:tabLst>
              <a:defRPr sz="1400">
                <a:solidFill>
                  <a:schemeClr val="bg1"/>
                </a:solidFill>
              </a:defRPr>
            </a:lvl2pPr>
            <a:lvl3pPr marL="914400" indent="0">
              <a:lnSpc>
                <a:spcPts val="16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IN" dirty="0"/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C648C32C-82E3-08B2-14D1-79AB085E85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35144" y="3749465"/>
            <a:ext cx="4932000" cy="7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US" sz="1600" b="1" dirty="0" smtClean="0">
                <a:solidFill>
                  <a:schemeClr val="bg1"/>
                </a:solidFill>
              </a:defRPr>
            </a:lvl1pPr>
            <a:lvl2pPr marL="176213" indent="0">
              <a:buNone/>
              <a:defRPr lang="en-US" sz="1400" dirty="0" smtClean="0">
                <a:solidFill>
                  <a:schemeClr val="bg1"/>
                </a:solidFill>
              </a:defRPr>
            </a:lvl2pPr>
            <a:lvl3pPr>
              <a:defRPr lang="en-US" sz="1600" dirty="0" smtClean="0">
                <a:solidFill>
                  <a:schemeClr val="bg1"/>
                </a:solidFill>
              </a:defRPr>
            </a:lvl3pPr>
            <a:lvl4pPr>
              <a:defRPr lang="en-US" sz="1600" dirty="0" smtClean="0">
                <a:solidFill>
                  <a:schemeClr val="bg1"/>
                </a:solidFill>
              </a:defRPr>
            </a:lvl4pPr>
            <a:lvl5pPr>
              <a:defRPr lang="en-IN" sz="1600" dirty="0">
                <a:solidFill>
                  <a:schemeClr val="bg1"/>
                </a:solidFill>
              </a:defRPr>
            </a:lvl5pPr>
          </a:lstStyle>
          <a:p>
            <a:pPr marL="228600" lvl="0" indent="-228600">
              <a:lnSpc>
                <a:spcPts val="1600"/>
              </a:lnSpc>
              <a:spcBef>
                <a:spcPts val="0"/>
              </a:spcBef>
            </a:pPr>
            <a:r>
              <a:rPr lang="en-US" dirty="0"/>
              <a:t>Click to edit Master text styles</a:t>
            </a:r>
          </a:p>
          <a:p>
            <a:pPr marL="461963" lvl="1" indent="-285750">
              <a:lnSpc>
                <a:spcPts val="1600"/>
              </a:lnSpc>
              <a:spcBef>
                <a:spcPts val="0"/>
              </a:spcBef>
              <a:tabLst>
                <a:tab pos="176213" algn="l"/>
              </a:tabLst>
            </a:pPr>
            <a:r>
              <a:rPr lang="en-US" dirty="0"/>
              <a:t>Second level</a:t>
            </a:r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144143ED-69BE-BDF8-EAC5-31542E191B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35143" y="4638162"/>
            <a:ext cx="4932000" cy="7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US" sz="1600" b="1" smtClean="0">
                <a:solidFill>
                  <a:schemeClr val="bg1"/>
                </a:solidFill>
              </a:defRPr>
            </a:lvl1pPr>
            <a:lvl2pPr marL="176213" indent="0">
              <a:buNone/>
              <a:defRPr lang="en-US" sz="1400" smtClean="0">
                <a:solidFill>
                  <a:schemeClr val="bg1"/>
                </a:solidFill>
              </a:defRPr>
            </a:lvl2pPr>
            <a:lvl3pPr>
              <a:defRPr lang="en-US" sz="1600" smtClean="0">
                <a:solidFill>
                  <a:schemeClr val="bg1"/>
                </a:solidFill>
              </a:defRPr>
            </a:lvl3pPr>
            <a:lvl4pPr>
              <a:defRPr lang="en-US" sz="1600" smtClean="0">
                <a:solidFill>
                  <a:schemeClr val="bg1"/>
                </a:solidFill>
              </a:defRPr>
            </a:lvl4pPr>
            <a:lvl5pPr>
              <a:defRPr lang="en-IN" sz="1600">
                <a:solidFill>
                  <a:schemeClr val="bg1"/>
                </a:solidFill>
              </a:defRPr>
            </a:lvl5pPr>
          </a:lstStyle>
          <a:p>
            <a:pPr marL="228600" lvl="0" indent="-228600">
              <a:lnSpc>
                <a:spcPts val="1600"/>
              </a:lnSpc>
              <a:spcBef>
                <a:spcPts val="0"/>
              </a:spcBef>
            </a:pPr>
            <a:r>
              <a:rPr lang="en-US" dirty="0"/>
              <a:t>Click to edit Master text styles</a:t>
            </a:r>
          </a:p>
          <a:p>
            <a:pPr marL="461963" lvl="1" indent="-285750">
              <a:lnSpc>
                <a:spcPts val="1600"/>
              </a:lnSpc>
              <a:spcBef>
                <a:spcPts val="0"/>
              </a:spcBef>
              <a:tabLst>
                <a:tab pos="176213" algn="l"/>
              </a:tabLst>
            </a:pPr>
            <a:r>
              <a:rPr lang="en-US" dirty="0"/>
              <a:t>Second level</a:t>
            </a: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7A5A9855-290C-45CB-9EC1-C6EFD66585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67350" y="1967016"/>
            <a:ext cx="360000" cy="32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buFont typeface="Arial" panose="020B0604020202020204" pitchFamily="34" charset="0"/>
              <a:buNone/>
              <a:defRPr lang="en-US" sz="2400" smtClean="0"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 marL="1371600" indent="0">
              <a:buNone/>
              <a:defRPr lang="en-US" smtClean="0"/>
            </a:lvl4pPr>
            <a:lvl5pPr>
              <a:defRPr lang="en-IN"/>
            </a:lvl5pPr>
          </a:lstStyle>
          <a:p>
            <a:pPr marL="228600" lvl="0" indent="-228600"/>
            <a:r>
              <a:rPr lang="en-US" dirty="0"/>
              <a:t>00</a:t>
            </a:r>
            <a:endParaRPr lang="en-IN" dirty="0"/>
          </a:p>
        </p:txBody>
      </p:sp>
      <p:sp>
        <p:nvSpPr>
          <p:cNvPr id="15" name="Text Placeholder 43">
            <a:extLst>
              <a:ext uri="{FF2B5EF4-FFF2-40B4-BE49-F238E27FC236}">
                <a16:creationId xmlns:a16="http://schemas.microsoft.com/office/drawing/2014/main" id="{4EE26019-62DD-69B6-4C03-7500308D26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67350" y="2855485"/>
            <a:ext cx="360363" cy="3238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lang="en-US" sz="2400" smtClean="0"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IN"/>
            </a:lvl5pPr>
          </a:lstStyle>
          <a:p>
            <a:pPr marL="228600" lvl="0" indent="-228600"/>
            <a:r>
              <a:rPr lang="en-US" dirty="0"/>
              <a:t>00</a:t>
            </a:r>
            <a:endParaRPr lang="en-IN" dirty="0"/>
          </a:p>
        </p:txBody>
      </p:sp>
      <p:sp>
        <p:nvSpPr>
          <p:cNvPr id="16" name="Text Placeholder 45">
            <a:extLst>
              <a:ext uri="{FF2B5EF4-FFF2-40B4-BE49-F238E27FC236}">
                <a16:creationId xmlns:a16="http://schemas.microsoft.com/office/drawing/2014/main" id="{22278EAD-851F-76EF-9270-B95ABF7B02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67350" y="3748820"/>
            <a:ext cx="360363" cy="32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lang="en-US" sz="2400" dirty="0" smtClean="0"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IN" dirty="0"/>
            </a:lvl5pPr>
          </a:lstStyle>
          <a:p>
            <a:pPr marL="228600" lvl="0" indent="-228600"/>
            <a:r>
              <a:rPr lang="en-US" dirty="0"/>
              <a:t>00</a:t>
            </a:r>
            <a:endParaRPr lang="en-IN" dirty="0"/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A45BDD5E-7F1F-5A2E-5271-CDBDB9A9B14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67350" y="4637393"/>
            <a:ext cx="360363" cy="3238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lang="en-US" sz="2400" smtClean="0"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IN"/>
            </a:lvl5pPr>
          </a:lstStyle>
          <a:p>
            <a:pPr marL="228600" lvl="0" indent="-228600"/>
            <a:r>
              <a:rPr lang="en-US" dirty="0"/>
              <a:t>00</a:t>
            </a:r>
            <a:endParaRPr lang="en-IN" dirty="0"/>
          </a:p>
        </p:txBody>
      </p:sp>
      <p:sp>
        <p:nvSpPr>
          <p:cNvPr id="18" name="Text Placeholder 32">
            <a:extLst>
              <a:ext uri="{FF2B5EF4-FFF2-40B4-BE49-F238E27FC236}">
                <a16:creationId xmlns:a16="http://schemas.microsoft.com/office/drawing/2014/main" id="{2774BE06-6B31-9CB3-5476-E711E60D5F0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35143" y="5533487"/>
            <a:ext cx="4932000" cy="7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US" sz="1600" b="1" smtClean="0">
                <a:solidFill>
                  <a:schemeClr val="bg1"/>
                </a:solidFill>
              </a:defRPr>
            </a:lvl1pPr>
            <a:lvl2pPr marL="176213" indent="0">
              <a:buNone/>
              <a:defRPr lang="en-US" sz="1400" smtClean="0">
                <a:solidFill>
                  <a:schemeClr val="bg1"/>
                </a:solidFill>
              </a:defRPr>
            </a:lvl2pPr>
            <a:lvl3pPr>
              <a:defRPr lang="en-US" sz="1600" smtClean="0">
                <a:solidFill>
                  <a:schemeClr val="bg1"/>
                </a:solidFill>
              </a:defRPr>
            </a:lvl3pPr>
            <a:lvl4pPr>
              <a:defRPr lang="en-US" sz="1600" smtClean="0">
                <a:solidFill>
                  <a:schemeClr val="bg1"/>
                </a:solidFill>
              </a:defRPr>
            </a:lvl4pPr>
            <a:lvl5pPr>
              <a:defRPr lang="en-IN" sz="1600">
                <a:solidFill>
                  <a:schemeClr val="bg1"/>
                </a:solidFill>
              </a:defRPr>
            </a:lvl5pPr>
          </a:lstStyle>
          <a:p>
            <a:pPr marL="228600" lvl="0" indent="-228600">
              <a:lnSpc>
                <a:spcPts val="1600"/>
              </a:lnSpc>
              <a:spcBef>
                <a:spcPts val="0"/>
              </a:spcBef>
            </a:pPr>
            <a:r>
              <a:rPr lang="en-US" dirty="0"/>
              <a:t>Click to edit Master text styles</a:t>
            </a:r>
          </a:p>
          <a:p>
            <a:pPr marL="461963" lvl="1" indent="-285750">
              <a:lnSpc>
                <a:spcPts val="1600"/>
              </a:lnSpc>
              <a:spcBef>
                <a:spcPts val="0"/>
              </a:spcBef>
              <a:tabLst>
                <a:tab pos="176213" algn="l"/>
              </a:tabLst>
            </a:pPr>
            <a:r>
              <a:rPr lang="en-US" dirty="0"/>
              <a:t>Second level</a:t>
            </a:r>
          </a:p>
        </p:txBody>
      </p:sp>
      <p:sp>
        <p:nvSpPr>
          <p:cNvPr id="19" name="Text Placeholder 47">
            <a:extLst>
              <a:ext uri="{FF2B5EF4-FFF2-40B4-BE49-F238E27FC236}">
                <a16:creationId xmlns:a16="http://schemas.microsoft.com/office/drawing/2014/main" id="{21562ECC-7D35-0BED-4B42-C319A171B1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67350" y="5532718"/>
            <a:ext cx="360363" cy="3238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lang="en-US" sz="2400" smtClean="0"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IN"/>
            </a:lvl5pPr>
          </a:lstStyle>
          <a:p>
            <a:pPr marL="228600" lvl="0" indent="-228600"/>
            <a:r>
              <a:rPr lang="en-US" dirty="0"/>
              <a:t>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3052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GER CHART/TAB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5B52D-44B5-4293-8BDB-23081097F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678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5C4F1B-0EDB-43AC-9F69-2ADC040B1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152" y="275296"/>
            <a:ext cx="9180000" cy="276999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8193C-4656-4279-9C31-DA36F36BD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2576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2" r:id="rId2"/>
    <p:sldLayoutId id="2147483673" r:id="rId3"/>
    <p:sldLayoutId id="2147483670" r:id="rId4"/>
    <p:sldLayoutId id="2147483669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2C7BF4-7C4F-F2CA-711F-052409F19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725F-5D95-4426-955A-5CC87B0424A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3943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905C00-F548-6BB8-5A9C-E40831E91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B725F-5D95-4426-955A-5CC87B0424AA}" type="slidenum">
              <a:rPr lang="en-IN" smtClean="0"/>
              <a:t>2</a:t>
            </a:fld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0981C-7860-3F11-4858-C27848AD3A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Table of Content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4FEE4E-3DA7-F8F9-7900-8D3A081EBB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Heading 1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ACBDE6-A119-9EF0-7C2C-631FDF27BA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Heading 2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ABE9AC-265F-9F4A-BA2B-234983385DC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Heading 3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0AEF86-0C97-3AD6-516A-20169D2958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Heading 4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3D2243C-9E0B-7578-3098-B4418F86D12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01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7BA8934-FF9B-841F-DEA4-7B42F959F3F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02</a:t>
            </a:r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B093D0D-643A-E67A-7CDD-27D3B5EADC8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E4C5AAF-A5D3-F39E-3534-D053642656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04</a:t>
            </a:r>
            <a:endParaRPr lang="en-IN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4A21A81-6B99-72E9-3922-99E63F16EEA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Heading 5</a:t>
            </a:r>
            <a:endParaRPr lang="en-IN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A17D302-80BF-1B4C-A15B-395C61E7E8F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05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6823240"/>
      </p:ext>
    </p:extLst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NIIF MONTHLY REPORTS">
      <a:dk1>
        <a:srgbClr val="000000"/>
      </a:dk1>
      <a:lt1>
        <a:sysClr val="window" lastClr="FFFFFF"/>
      </a:lt1>
      <a:dk2>
        <a:srgbClr val="EA743B"/>
      </a:dk2>
      <a:lt2>
        <a:srgbClr val="F9A148"/>
      </a:lt2>
      <a:accent1>
        <a:srgbClr val="7F7F7F"/>
      </a:accent1>
      <a:accent2>
        <a:srgbClr val="FFC000"/>
      </a:accent2>
      <a:accent3>
        <a:srgbClr val="F9A148"/>
      </a:accent3>
      <a:accent4>
        <a:srgbClr val="EA743B"/>
      </a:accent4>
      <a:accent5>
        <a:srgbClr val="CFD1D2"/>
      </a:accent5>
      <a:accent6>
        <a:srgbClr val="E5E6DD"/>
      </a:accent6>
      <a:hlink>
        <a:srgbClr val="0563C1"/>
      </a:hlink>
      <a:folHlink>
        <a:srgbClr val="00B0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 anchorCtr="0">
        <a:spAutoFit/>
      </a:bodyPr>
      <a:lstStyle>
        <a:defPPr algn="l">
          <a:defRPr sz="2400" dirty="0" smtClean="0">
            <a:solidFill>
              <a:srgbClr val="CFD1D2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IIF MONTHLY REPORTS" id="{A0A4F06F-0A10-4EAE-A9AD-52633AB63C55}" vid="{0CD22DC9-609C-487B-A1A3-175CAC812D4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1FBF9EBC57AE43AA92031C3FACBEED" ma:contentTypeVersion="14" ma:contentTypeDescription="Create a new document." ma:contentTypeScope="" ma:versionID="64eac58c68876ffdb32c3f9a82dbdead">
  <xsd:schema xmlns:xsd="http://www.w3.org/2001/XMLSchema" xmlns:xs="http://www.w3.org/2001/XMLSchema" xmlns:p="http://schemas.microsoft.com/office/2006/metadata/properties" xmlns:ns2="0a2bb185-553d-437c-9bdb-9a225a6eda04" xmlns:ns3="141f59c1-98c5-49f0-9f80-51f9f3fdfd8e" targetNamespace="http://schemas.microsoft.com/office/2006/metadata/properties" ma:root="true" ma:fieldsID="bea5245a48caa73af665be482a833b12" ns2:_="" ns3:_="">
    <xsd:import namespace="0a2bb185-553d-437c-9bdb-9a225a6eda04"/>
    <xsd:import namespace="141f59c1-98c5-49f0-9f80-51f9f3fdfd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bb185-553d-437c-9bdb-9a225a6eda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df30c23-b335-45c3-8f77-b5944a3fab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1f59c1-98c5-49f0-9f80-51f9f3fdfd8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bd5dc5b-b154-4c3e-8203-fab2b606e236}" ma:internalName="TaxCatchAll" ma:showField="CatchAllData" ma:web="141f59c1-98c5-49f0-9f80-51f9f3fdfd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41f59c1-98c5-49f0-9f80-51f9f3fdfd8e" xsi:nil="true"/>
    <lcf76f155ced4ddcb4097134ff3c332f xmlns="0a2bb185-553d-437c-9bdb-9a225a6eda0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AB8EFDE-8A31-449D-8797-5D48487A6D6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4FDCA7C-FDE7-46E8-9769-3B6D43CC1B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2bb185-553d-437c-9bdb-9a225a6eda04"/>
    <ds:schemaRef ds:uri="141f59c1-98c5-49f0-9f80-51f9f3fdfd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AA58163-C633-4D94-B85E-DE7B47E52A86}">
  <ds:schemaRefs>
    <ds:schemaRef ds:uri="http://schemas.microsoft.com/office/2006/metadata/properties"/>
    <ds:schemaRef ds:uri="http://schemas.microsoft.com/office/infopath/2007/PartnerControls"/>
    <ds:schemaRef ds:uri="141f59c1-98c5-49f0-9f80-51f9f3fdfd8e"/>
    <ds:schemaRef ds:uri="0a2bb185-553d-437c-9bdb-9a225a6eda0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20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NIIF MONTHLY REPORTS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Akshata Kalloor</dc:creator>
  <cp:lastModifiedBy>Santonu Debnath</cp:lastModifiedBy>
  <cp:revision>57</cp:revision>
  <dcterms:created xsi:type="dcterms:W3CDTF">2022-07-18T06:45:40Z</dcterms:created>
  <dcterms:modified xsi:type="dcterms:W3CDTF">2023-06-20T07:15:00Z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0x0101001D1FBF9EBC57AE43AA92031C3FACBEED</vt:lpwstr>
  </property>
</Properties>
</file>