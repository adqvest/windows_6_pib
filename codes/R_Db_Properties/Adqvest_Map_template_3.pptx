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301"/>
    <a:srgbClr val="06CC0F"/>
    <a:srgbClr val="21F616"/>
    <a:srgbClr val="BAF12F"/>
    <a:srgbClr val="FFFF00"/>
    <a:srgbClr val="F5D513"/>
    <a:srgbClr val="FF9900"/>
    <a:srgbClr val="ED7009"/>
    <a:srgbClr val="FF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p:scale>
          <a:sx n="100" d="100"/>
          <a:sy n="100" d="100"/>
        </p:scale>
        <p:origin x="-312" y="-936"/>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07/07/2023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07/07/2023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0" indent="0" algn="l">
              <a:lnSpc>
                <a:spcPts val="1000"/>
              </a:lnSpc>
              <a:spcBef>
                <a:spcPts val="0"/>
              </a:spcBef>
              <a:buFont typeface="+mj-lt"/>
              <a:buNone/>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299395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6143452"/>
            <a:ext cx="39312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5326" y="6140104"/>
            <a:ext cx="3931200" cy="133200"/>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4" y="1877496"/>
            <a:ext cx="3931200" cy="41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5326" y="1875609"/>
            <a:ext cx="3931200" cy="4140000"/>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2" y="6354669"/>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2"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2"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26" y="6333266"/>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grpSp>
        <p:nvGrpSpPr>
          <p:cNvPr id="3" name="Group 2">
            <a:extLst>
              <a:ext uri="{FF2B5EF4-FFF2-40B4-BE49-F238E27FC236}">
                <a16:creationId xmlns:a16="http://schemas.microsoft.com/office/drawing/2014/main" id="{F26A21DD-FB92-CFA0-FB4C-D1CFCCAA3497}"/>
              </a:ext>
            </a:extLst>
          </p:cNvPr>
          <p:cNvGrpSpPr/>
          <p:nvPr userDrawn="1"/>
        </p:nvGrpSpPr>
        <p:grpSpPr>
          <a:xfrm>
            <a:off x="5384439" y="3947496"/>
            <a:ext cx="1080000" cy="1846669"/>
            <a:chOff x="5558613" y="3718086"/>
            <a:chExt cx="1074775" cy="1846669"/>
          </a:xfrm>
        </p:grpSpPr>
        <p:sp>
          <p:nvSpPr>
            <p:cNvPr id="5" name="Rectangle 4">
              <a:extLst>
                <a:ext uri="{FF2B5EF4-FFF2-40B4-BE49-F238E27FC236}">
                  <a16:creationId xmlns:a16="http://schemas.microsoft.com/office/drawing/2014/main" id="{DDBE4F7A-1F41-A7F3-1C10-97720EF7CE16}"/>
                </a:ext>
              </a:extLst>
            </p:cNvPr>
            <p:cNvSpPr/>
            <p:nvPr/>
          </p:nvSpPr>
          <p:spPr>
            <a:xfrm>
              <a:off x="5558613" y="5456755"/>
              <a:ext cx="180000" cy="108000"/>
            </a:xfrm>
            <a:prstGeom prst="rect">
              <a:avLst/>
            </a:prstGeom>
            <a:solidFill>
              <a:srgbClr val="016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6" name="Rectangle 5">
              <a:extLst>
                <a:ext uri="{FF2B5EF4-FFF2-40B4-BE49-F238E27FC236}">
                  <a16:creationId xmlns:a16="http://schemas.microsoft.com/office/drawing/2014/main" id="{1B096589-1439-F6D6-1E51-BCE527A72798}"/>
                </a:ext>
              </a:extLst>
            </p:cNvPr>
            <p:cNvSpPr/>
            <p:nvPr/>
          </p:nvSpPr>
          <p:spPr>
            <a:xfrm>
              <a:off x="5558613" y="5271972"/>
              <a:ext cx="180000" cy="108000"/>
            </a:xfrm>
            <a:prstGeom prst="rect">
              <a:avLst/>
            </a:prstGeom>
            <a:solidFill>
              <a:srgbClr val="06C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7" name="Rectangle 6">
              <a:extLst>
                <a:ext uri="{FF2B5EF4-FFF2-40B4-BE49-F238E27FC236}">
                  <a16:creationId xmlns:a16="http://schemas.microsoft.com/office/drawing/2014/main" id="{9A67327E-C312-3A77-770D-39B1A0325030}"/>
                </a:ext>
              </a:extLst>
            </p:cNvPr>
            <p:cNvSpPr/>
            <p:nvPr/>
          </p:nvSpPr>
          <p:spPr>
            <a:xfrm>
              <a:off x="5558613" y="5070172"/>
              <a:ext cx="180000" cy="108000"/>
            </a:xfrm>
            <a:prstGeom prst="rect">
              <a:avLst/>
            </a:prstGeom>
            <a:solidFill>
              <a:srgbClr val="21F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8" name="Rectangle 7">
              <a:extLst>
                <a:ext uri="{FF2B5EF4-FFF2-40B4-BE49-F238E27FC236}">
                  <a16:creationId xmlns:a16="http://schemas.microsoft.com/office/drawing/2014/main" id="{B34D3391-4FD0-A5FE-412C-D1448CA82248}"/>
                </a:ext>
              </a:extLst>
            </p:cNvPr>
            <p:cNvSpPr/>
            <p:nvPr/>
          </p:nvSpPr>
          <p:spPr>
            <a:xfrm>
              <a:off x="5558613" y="4878513"/>
              <a:ext cx="180000" cy="108000"/>
            </a:xfrm>
            <a:prstGeom prst="rect">
              <a:avLst/>
            </a:prstGeom>
            <a:solidFill>
              <a:srgbClr val="BAF1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9" name="Rectangle 8">
              <a:extLst>
                <a:ext uri="{FF2B5EF4-FFF2-40B4-BE49-F238E27FC236}">
                  <a16:creationId xmlns:a16="http://schemas.microsoft.com/office/drawing/2014/main" id="{776FCD76-D519-F57F-4C9A-76DB0CF1FE69}"/>
                </a:ext>
              </a:extLst>
            </p:cNvPr>
            <p:cNvSpPr/>
            <p:nvPr/>
          </p:nvSpPr>
          <p:spPr>
            <a:xfrm>
              <a:off x="5558613" y="4689785"/>
              <a:ext cx="180000" cy="108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10" name="Rectangle 9">
              <a:extLst>
                <a:ext uri="{FF2B5EF4-FFF2-40B4-BE49-F238E27FC236}">
                  <a16:creationId xmlns:a16="http://schemas.microsoft.com/office/drawing/2014/main" id="{A903DAC2-14AE-4083-8167-50CFE7F1D482}"/>
                </a:ext>
              </a:extLst>
            </p:cNvPr>
            <p:cNvSpPr/>
            <p:nvPr/>
          </p:nvSpPr>
          <p:spPr>
            <a:xfrm>
              <a:off x="5558613" y="4500719"/>
              <a:ext cx="180000" cy="108000"/>
            </a:xfrm>
            <a:prstGeom prst="rect">
              <a:avLst/>
            </a:prstGeom>
            <a:solidFill>
              <a:srgbClr val="F5D5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19" name="Rectangle 18">
              <a:extLst>
                <a:ext uri="{FF2B5EF4-FFF2-40B4-BE49-F238E27FC236}">
                  <a16:creationId xmlns:a16="http://schemas.microsoft.com/office/drawing/2014/main" id="{200A963B-4FC1-4C82-B773-737BBAF38EE5}"/>
                </a:ext>
              </a:extLst>
            </p:cNvPr>
            <p:cNvSpPr/>
            <p:nvPr/>
          </p:nvSpPr>
          <p:spPr>
            <a:xfrm>
              <a:off x="5558613" y="4302046"/>
              <a:ext cx="180000" cy="1080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26" name="Rectangle 25">
              <a:extLst>
                <a:ext uri="{FF2B5EF4-FFF2-40B4-BE49-F238E27FC236}">
                  <a16:creationId xmlns:a16="http://schemas.microsoft.com/office/drawing/2014/main" id="{96EBD09D-D306-177D-E7FF-3B510E1415D0}"/>
                </a:ext>
              </a:extLst>
            </p:cNvPr>
            <p:cNvSpPr/>
            <p:nvPr/>
          </p:nvSpPr>
          <p:spPr>
            <a:xfrm>
              <a:off x="5558613" y="4109452"/>
              <a:ext cx="180000" cy="108000"/>
            </a:xfrm>
            <a:prstGeom prst="rect">
              <a:avLst/>
            </a:prstGeom>
            <a:solidFill>
              <a:srgbClr val="ED70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27" name="Rectangle 26">
              <a:extLst>
                <a:ext uri="{FF2B5EF4-FFF2-40B4-BE49-F238E27FC236}">
                  <a16:creationId xmlns:a16="http://schemas.microsoft.com/office/drawing/2014/main" id="{003C5CF6-9ADB-8886-BCEC-ACD3F70904CF}"/>
                </a:ext>
              </a:extLst>
            </p:cNvPr>
            <p:cNvSpPr/>
            <p:nvPr/>
          </p:nvSpPr>
          <p:spPr>
            <a:xfrm>
              <a:off x="5558613" y="3718086"/>
              <a:ext cx="180000" cy="108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28" name="Rectangle 27">
              <a:extLst>
                <a:ext uri="{FF2B5EF4-FFF2-40B4-BE49-F238E27FC236}">
                  <a16:creationId xmlns:a16="http://schemas.microsoft.com/office/drawing/2014/main" id="{6459E2AC-6F5B-6A00-506C-794FF6E08D6E}"/>
                </a:ext>
              </a:extLst>
            </p:cNvPr>
            <p:cNvSpPr/>
            <p:nvPr/>
          </p:nvSpPr>
          <p:spPr>
            <a:xfrm>
              <a:off x="5558613" y="3912522"/>
              <a:ext cx="180000" cy="10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29" name="TextBox 28">
              <a:extLst>
                <a:ext uri="{FF2B5EF4-FFF2-40B4-BE49-F238E27FC236}">
                  <a16:creationId xmlns:a16="http://schemas.microsoft.com/office/drawing/2014/main" id="{BFC61401-9DE6-6B90-5B66-480014973233}"/>
                </a:ext>
              </a:extLst>
            </p:cNvPr>
            <p:cNvSpPr txBox="1"/>
            <p:nvPr/>
          </p:nvSpPr>
          <p:spPr>
            <a:xfrm>
              <a:off x="5805388" y="545675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&gt;20%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EDB90296-6127-262B-4382-B52128736745}"/>
                </a:ext>
              </a:extLst>
            </p:cNvPr>
            <p:cNvSpPr txBox="1"/>
            <p:nvPr/>
          </p:nvSpPr>
          <p:spPr>
            <a:xfrm>
              <a:off x="5805388" y="371808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Box 30">
              <a:extLst>
                <a:ext uri="{FF2B5EF4-FFF2-40B4-BE49-F238E27FC236}">
                  <a16:creationId xmlns:a16="http://schemas.microsoft.com/office/drawing/2014/main" id="{EC294F5A-9ACB-2CBA-FEE4-4E70DBE678F5}"/>
                </a:ext>
              </a:extLst>
            </p:cNvPr>
            <p:cNvSpPr txBox="1"/>
            <p:nvPr/>
          </p:nvSpPr>
          <p:spPr>
            <a:xfrm>
              <a:off x="5805388" y="391252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-20% to &lt;-15%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Box 31">
              <a:extLst>
                <a:ext uri="{FF2B5EF4-FFF2-40B4-BE49-F238E27FC236}">
                  <a16:creationId xmlns:a16="http://schemas.microsoft.com/office/drawing/2014/main" id="{55EFA8DA-20C5-8A9F-F47E-CA187802E3E0}"/>
                </a:ext>
              </a:extLst>
            </p:cNvPr>
            <p:cNvSpPr txBox="1"/>
            <p:nvPr/>
          </p:nvSpPr>
          <p:spPr>
            <a:xfrm>
              <a:off x="5805388" y="410945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45204D89-51E0-83B0-E2D0-F97AA4540E44}"/>
                </a:ext>
              </a:extLst>
            </p:cNvPr>
            <p:cNvSpPr txBox="1"/>
            <p:nvPr/>
          </p:nvSpPr>
          <p:spPr>
            <a:xfrm>
              <a:off x="5805388" y="430204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DB1F46D4-ABFF-1126-04FC-B660B7BE0264}"/>
                </a:ext>
              </a:extLst>
            </p:cNvPr>
            <p:cNvSpPr txBox="1"/>
            <p:nvPr/>
          </p:nvSpPr>
          <p:spPr>
            <a:xfrm>
              <a:off x="5805388" y="4500719"/>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+00%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Box 34">
              <a:extLst>
                <a:ext uri="{FF2B5EF4-FFF2-40B4-BE49-F238E27FC236}">
                  <a16:creationId xmlns:a16="http://schemas.microsoft.com/office/drawing/2014/main" id="{07F1FAFD-C65A-C62C-5C54-9FE61E9BB2E1}"/>
                </a:ext>
              </a:extLst>
            </p:cNvPr>
            <p:cNvSpPr txBox="1"/>
            <p:nvPr/>
          </p:nvSpPr>
          <p:spPr>
            <a:xfrm>
              <a:off x="5805388" y="468978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8A3D8798-D4D6-E9BA-07E0-C58B4C80F6B6}"/>
                </a:ext>
              </a:extLst>
            </p:cNvPr>
            <p:cNvSpPr txBox="1"/>
            <p:nvPr/>
          </p:nvSpPr>
          <p:spPr>
            <a:xfrm>
              <a:off x="5805388" y="4878513"/>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id="{7BD539E2-3479-B25A-0E0D-734624B3FFC3}"/>
                </a:ext>
              </a:extLst>
            </p:cNvPr>
            <p:cNvSpPr txBox="1"/>
            <p:nvPr/>
          </p:nvSpPr>
          <p:spPr>
            <a:xfrm>
              <a:off x="5805388" y="50701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2665F4E9-3730-2FB2-0122-50B8056A62BF}"/>
                </a:ext>
              </a:extLst>
            </p:cNvPr>
            <p:cNvSpPr txBox="1"/>
            <p:nvPr/>
          </p:nvSpPr>
          <p:spPr>
            <a:xfrm>
              <a:off x="5805388" y="52719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525599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0" y="1300087"/>
            <a:ext cx="5326627"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53266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8" y="1300087"/>
            <a:ext cx="525599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l">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40" name="Text Placeholder 7">
            <a:extLst>
              <a:ext uri="{FF2B5EF4-FFF2-40B4-BE49-F238E27FC236}">
                <a16:creationId xmlns:a16="http://schemas.microsoft.com/office/drawing/2014/main" id="{9B47F937-ACBF-4BBC-B41E-FDAC277F1536}"/>
              </a:ext>
            </a:extLst>
          </p:cNvPr>
          <p:cNvSpPr>
            <a:spLocks noGrp="1"/>
          </p:cNvSpPr>
          <p:nvPr>
            <p:ph type="body" sz="quarter" idx="43" hasCustomPrompt="1"/>
          </p:nvPr>
        </p:nvSpPr>
        <p:spPr>
          <a:xfrm>
            <a:off x="695003"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2" name="Text Placeholder 7">
            <a:extLst>
              <a:ext uri="{FF2B5EF4-FFF2-40B4-BE49-F238E27FC236}">
                <a16:creationId xmlns:a16="http://schemas.microsoft.com/office/drawing/2014/main" id="{E270FA7B-48E6-49E1-A21B-AA74CA474D31}"/>
              </a:ext>
            </a:extLst>
          </p:cNvPr>
          <p:cNvSpPr>
            <a:spLocks noGrp="1"/>
          </p:cNvSpPr>
          <p:nvPr>
            <p:ph type="body" sz="quarter" idx="44" hasCustomPrompt="1"/>
          </p:nvPr>
        </p:nvSpPr>
        <p:spPr>
          <a:xfrm>
            <a:off x="6636010"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3" name="Text Placeholder 7">
            <a:extLst>
              <a:ext uri="{FF2B5EF4-FFF2-40B4-BE49-F238E27FC236}">
                <a16:creationId xmlns:a16="http://schemas.microsoft.com/office/drawing/2014/main" id="{80161230-EAB5-49F0-B2F7-F2CBBD2AE7F6}"/>
              </a:ext>
            </a:extLst>
          </p:cNvPr>
          <p:cNvSpPr>
            <a:spLocks noGrp="1"/>
          </p:cNvSpPr>
          <p:nvPr>
            <p:ph type="body" sz="quarter" idx="45" hasCustomPrompt="1"/>
          </p:nvPr>
        </p:nvSpPr>
        <p:spPr>
          <a:xfrm>
            <a:off x="695002" y="6519370"/>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4" name="Text Placeholder 7">
            <a:extLst>
              <a:ext uri="{FF2B5EF4-FFF2-40B4-BE49-F238E27FC236}">
                <a16:creationId xmlns:a16="http://schemas.microsoft.com/office/drawing/2014/main" id="{CDDAAEDD-CAA4-4AFB-BC42-493B06C20F29}"/>
              </a:ext>
            </a:extLst>
          </p:cNvPr>
          <p:cNvSpPr>
            <a:spLocks noGrp="1"/>
          </p:cNvSpPr>
          <p:nvPr>
            <p:ph type="body" sz="quarter" idx="46" hasCustomPrompt="1"/>
          </p:nvPr>
        </p:nvSpPr>
        <p:spPr>
          <a:xfrm>
            <a:off x="6635999" y="6520023"/>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82"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900</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255</cp:revision>
  <dcterms:created xsi:type="dcterms:W3CDTF">2022-07-09T17:45:22Z</dcterms:created>
  <dcterms:modified xsi:type="dcterms:W3CDTF">2023-07-07T07:14:37Z</dcterms:modified>
</cp:coreProperties>
</file>