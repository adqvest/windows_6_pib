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6301"/>
    <a:srgbClr val="06CC0F"/>
    <a:srgbClr val="21F616"/>
    <a:srgbClr val="BAF12F"/>
    <a:srgbClr val="FFFF00"/>
    <a:srgbClr val="F5D513"/>
    <a:srgbClr val="FF9900"/>
    <a:srgbClr val="ED7009"/>
    <a:srgbClr val="FF00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69" d="100"/>
          <a:sy n="69" d="100"/>
        </p:scale>
        <p:origin x="78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07/07/2023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07/07/2023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SMALLER CHART/TAB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56DFA8-4084-4E15-A7BD-58FC6BD415A2}"/>
              </a:ext>
            </a:extLst>
          </p:cNvPr>
          <p:cNvSpPr>
            <a:spLocks noGrp="1"/>
          </p:cNvSpPr>
          <p:nvPr>
            <p:ph type="body" idx="1"/>
          </p:nvPr>
        </p:nvSpPr>
        <p:spPr>
          <a:xfrm>
            <a:off x="1496291" y="685724"/>
            <a:ext cx="9297861" cy="276999"/>
          </a:xfrm>
          <a:prstGeom prst="rect">
            <a:avLst/>
          </a:prstGeom>
        </p:spPr>
        <p:txBody>
          <a:bodyPr wrap="none" lIns="0" tIns="0" rIns="0" bIns="0" anchor="ctr" anchorCtr="0">
            <a:noAutofit/>
          </a:bodyPr>
          <a:lstStyle>
            <a:lvl1pPr marL="0" indent="0">
              <a:buNone/>
              <a:defRPr lang="en-US" sz="1600" b="1" kern="1200">
                <a:solidFill>
                  <a:srgbClr val="595959"/>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Slide Number Placeholder 5">
            <a:extLst>
              <a:ext uri="{FF2B5EF4-FFF2-40B4-BE49-F238E27FC236}">
                <a16:creationId xmlns:a16="http://schemas.microsoft.com/office/drawing/2014/main" id="{1FDAB035-7720-4825-8164-E5F835A9DE01}"/>
              </a:ext>
            </a:extLst>
          </p:cNvPr>
          <p:cNvSpPr>
            <a:spLocks noGrp="1"/>
          </p:cNvSpPr>
          <p:nvPr>
            <p:ph type="sldNum" sz="quarter" idx="11"/>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8" name="Text Placeholder 7">
            <a:extLst>
              <a:ext uri="{FF2B5EF4-FFF2-40B4-BE49-F238E27FC236}">
                <a16:creationId xmlns:a16="http://schemas.microsoft.com/office/drawing/2014/main" id="{EE887821-621F-4AB0-AC1E-31D3488E6820}"/>
              </a:ext>
            </a:extLst>
          </p:cNvPr>
          <p:cNvSpPr>
            <a:spLocks noGrp="1"/>
          </p:cNvSpPr>
          <p:nvPr>
            <p:ph type="body" sz="quarter" idx="12" hasCustomPrompt="1"/>
          </p:nvPr>
        </p:nvSpPr>
        <p:spPr>
          <a:xfrm>
            <a:off x="1344152" y="1412335"/>
            <a:ext cx="9720000" cy="324000"/>
          </a:xfrm>
          <a:prstGeom prst="rect">
            <a:avLst/>
          </a:prstGeom>
        </p:spPr>
        <p:txBody>
          <a:bodyPr wrap="none" lIns="0" tIns="0" rIns="0" bIns="0">
            <a:noAutofit/>
          </a:bodyPr>
          <a:lstStyle>
            <a:lvl1pPr marL="0" indent="0" algn="ctr" defTabSz="914400" rtl="0" eaLnBrk="1" latinLnBrk="0" hangingPunct="1">
              <a:lnSpc>
                <a:spcPts val="1200"/>
              </a:lnSpc>
              <a:spcBef>
                <a:spcPts val="0"/>
              </a:spcBef>
              <a:buFont typeface="Arial" panose="020B0604020202020204" pitchFamily="34" charset="0"/>
              <a:buNone/>
              <a:defRPr lang="en-US" sz="1400" b="1" kern="1200" dirty="0" smtClean="0">
                <a:solidFill>
                  <a:srgbClr val="000000"/>
                </a:solidFill>
                <a:latin typeface="+mn-lt"/>
                <a:ea typeface="+mn-ea"/>
                <a:cs typeface="+mn-cs"/>
              </a:defRPr>
            </a:lvl1pPr>
            <a:lvl2pPr marL="0" indent="0" algn="ctr" defTabSz="914400" rtl="0" eaLnBrk="1" latinLnBrk="0" hangingPunct="1">
              <a:lnSpc>
                <a:spcPts val="1200"/>
              </a:lnSpc>
              <a:spcBef>
                <a:spcPts val="0"/>
              </a:spcBef>
              <a:buFont typeface="Arial" panose="020B0604020202020204" pitchFamily="34" charset="0"/>
              <a:buNone/>
              <a:defRPr lang="en-US" sz="1200" b="0" kern="1200" dirty="0" smtClean="0">
                <a:solidFill>
                  <a:schemeClr val="tx1"/>
                </a:solidFill>
                <a:latin typeface="+mn-lt"/>
                <a:ea typeface="+mn-ea"/>
                <a:cs typeface="+mn-cs"/>
              </a:defRPr>
            </a:lvl2pPr>
            <a:lvl3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3pPr>
            <a:lvl4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4pPr>
            <a:lvl5pPr marL="0" indent="0" algn="l" defTabSz="914400" rtl="0" eaLnBrk="1" latinLnBrk="0" hangingPunct="1">
              <a:lnSpc>
                <a:spcPts val="1200"/>
              </a:lnSpc>
              <a:spcBef>
                <a:spcPts val="0"/>
              </a:spcBef>
              <a:buFont typeface="Arial" panose="020B0604020202020204" pitchFamily="34" charset="0"/>
              <a:buNone/>
              <a:defRPr lang="en-IN" sz="1400" b="1" kern="1200" dirty="0">
                <a:solidFill>
                  <a:schemeClr val="tx1"/>
                </a:solidFill>
                <a:latin typeface="+mn-lt"/>
                <a:ea typeface="+mn-ea"/>
                <a:cs typeface="+mn-cs"/>
              </a:defRPr>
            </a:lvl5pPr>
          </a:lstStyle>
          <a:p>
            <a:pPr lvl="0"/>
            <a:r>
              <a:rPr lang="en-US" dirty="0"/>
              <a:t>Chart/Table Header</a:t>
            </a:r>
          </a:p>
          <a:p>
            <a:pPr lvl="1"/>
            <a:r>
              <a:rPr lang="en-US" dirty="0"/>
              <a:t>Chart/Table </a:t>
            </a:r>
            <a:r>
              <a:rPr lang="en-US" dirty="0" err="1"/>
              <a:t>Subheader</a:t>
            </a:r>
            <a:endParaRPr lang="en-US" dirty="0"/>
          </a:p>
        </p:txBody>
      </p:sp>
      <p:sp>
        <p:nvSpPr>
          <p:cNvPr id="11" name="Chart Placeholder 10">
            <a:extLst>
              <a:ext uri="{FF2B5EF4-FFF2-40B4-BE49-F238E27FC236}">
                <a16:creationId xmlns:a16="http://schemas.microsoft.com/office/drawing/2014/main" id="{C8263B81-E7AB-47D3-BF1A-F7692F524C27}"/>
              </a:ext>
            </a:extLst>
          </p:cNvPr>
          <p:cNvSpPr>
            <a:spLocks noGrp="1"/>
          </p:cNvSpPr>
          <p:nvPr>
            <p:ph type="chart" sz="quarter" idx="18"/>
          </p:nvPr>
        </p:nvSpPr>
        <p:spPr>
          <a:xfrm>
            <a:off x="1344152" y="2166405"/>
            <a:ext cx="9720000" cy="3420000"/>
          </a:xfrm>
          <a:prstGeom prst="rect">
            <a:avLst/>
          </a:prstGeom>
        </p:spPr>
        <p:txBody>
          <a:bodyPr/>
          <a:lstStyle>
            <a:lvl1pPr marL="0" indent="0">
              <a:buNone/>
              <a:defRPr/>
            </a:lvl1pPr>
          </a:lstStyle>
          <a:p>
            <a:endParaRPr lang="en-IN" dirty="0"/>
          </a:p>
        </p:txBody>
      </p:sp>
      <p:sp>
        <p:nvSpPr>
          <p:cNvPr id="18" name="Text Placeholder 17">
            <a:extLst>
              <a:ext uri="{FF2B5EF4-FFF2-40B4-BE49-F238E27FC236}">
                <a16:creationId xmlns:a16="http://schemas.microsoft.com/office/drawing/2014/main" id="{31D39C50-249C-4971-9D4D-5B2601E89C63}"/>
              </a:ext>
            </a:extLst>
          </p:cNvPr>
          <p:cNvSpPr>
            <a:spLocks noGrp="1"/>
          </p:cNvSpPr>
          <p:nvPr>
            <p:ph type="body" sz="quarter" idx="19" hasCustomPrompt="1"/>
          </p:nvPr>
        </p:nvSpPr>
        <p:spPr>
          <a:xfrm>
            <a:off x="1344152" y="5735588"/>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4" name="Title 3">
            <a:extLst>
              <a:ext uri="{FF2B5EF4-FFF2-40B4-BE49-F238E27FC236}">
                <a16:creationId xmlns:a16="http://schemas.microsoft.com/office/drawing/2014/main" id="{A91E0544-D970-4ABA-925C-FDF291D4CE54}"/>
              </a:ext>
            </a:extLst>
          </p:cNvPr>
          <p:cNvSpPr>
            <a:spLocks noGrp="1"/>
          </p:cNvSpPr>
          <p:nvPr>
            <p:ph type="title"/>
          </p:nvPr>
        </p:nvSpPr>
        <p:spPr/>
        <p:txBody>
          <a:bodyPr/>
          <a:lstStyle>
            <a:lvl1pPr>
              <a:defRPr sz="1800">
                <a:solidFill>
                  <a:srgbClr val="F9A148"/>
                </a:solidFill>
                <a:latin typeface="+mj-lt"/>
              </a:defRPr>
            </a:lvl1pPr>
          </a:lstStyle>
          <a:p>
            <a:r>
              <a:rPr lang="en-US" dirty="0"/>
              <a:t>Click to edit Master title style</a:t>
            </a:r>
            <a:endParaRPr lang="en-IN" dirty="0"/>
          </a:p>
        </p:txBody>
      </p:sp>
      <p:sp>
        <p:nvSpPr>
          <p:cNvPr id="9" name="Text Placeholder 7">
            <a:extLst>
              <a:ext uri="{FF2B5EF4-FFF2-40B4-BE49-F238E27FC236}">
                <a16:creationId xmlns:a16="http://schemas.microsoft.com/office/drawing/2014/main" id="{C803DD69-F5B7-477B-961C-466BE2C5BCBD}"/>
              </a:ext>
            </a:extLst>
          </p:cNvPr>
          <p:cNvSpPr>
            <a:spLocks noGrp="1"/>
          </p:cNvSpPr>
          <p:nvPr>
            <p:ph type="body" sz="quarter" idx="27" hasCustomPrompt="1"/>
          </p:nvPr>
        </p:nvSpPr>
        <p:spPr>
          <a:xfrm>
            <a:off x="1344152" y="6016474"/>
            <a:ext cx="9720000" cy="360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Tree>
    <p:extLst>
      <p:ext uri="{BB962C8B-B14F-4D97-AF65-F5344CB8AC3E}">
        <p14:creationId xmlns:p14="http://schemas.microsoft.com/office/powerpoint/2010/main" val="25891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0" indent="0" algn="l">
              <a:lnSpc>
                <a:spcPts val="1000"/>
              </a:lnSpc>
              <a:spcBef>
                <a:spcPts val="0"/>
              </a:spcBef>
              <a:buFont typeface="+mj-lt"/>
              <a:buNone/>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299395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6143452"/>
            <a:ext cx="39312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5326" y="6140104"/>
            <a:ext cx="3931200" cy="133200"/>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4" y="1877496"/>
            <a:ext cx="3931200" cy="41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5326" y="1875609"/>
            <a:ext cx="3931200" cy="4140000"/>
          </a:xfrm>
          <a:prstGeom prst="rect">
            <a:avLst/>
          </a:prstGeom>
        </p:spPr>
        <p:txBody>
          <a:bodyPr/>
          <a:lstStyle>
            <a:lvl1pPr marL="0" indent="0">
              <a:buNone/>
              <a:defRPr/>
            </a:lvl1pPr>
          </a:lstStyle>
          <a:p>
            <a:endParaRPr lang="en-IN" dirty="0"/>
          </a:p>
        </p:txBody>
      </p: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2" y="6354669"/>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2" y="1227609"/>
            <a:ext cx="3931200" cy="216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2" y="1443609"/>
            <a:ext cx="3931200" cy="2160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62"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26" y="6333266"/>
            <a:ext cx="3931200" cy="1332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26" y="6510704"/>
            <a:ext cx="3931200"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grpSp>
        <p:nvGrpSpPr>
          <p:cNvPr id="39" name="Group 38">
            <a:extLst>
              <a:ext uri="{FF2B5EF4-FFF2-40B4-BE49-F238E27FC236}">
                <a16:creationId xmlns:a16="http://schemas.microsoft.com/office/drawing/2014/main" id="{262837A4-4AD5-1991-D377-FC069A547284}"/>
              </a:ext>
            </a:extLst>
          </p:cNvPr>
          <p:cNvGrpSpPr/>
          <p:nvPr userDrawn="1"/>
        </p:nvGrpSpPr>
        <p:grpSpPr>
          <a:xfrm>
            <a:off x="5558612" y="3835366"/>
            <a:ext cx="1074775" cy="1846669"/>
            <a:chOff x="5558613" y="3718086"/>
            <a:chExt cx="1074775" cy="1846669"/>
          </a:xfrm>
        </p:grpSpPr>
        <p:sp>
          <p:nvSpPr>
            <p:cNvPr id="40" name="Rectangle 39">
              <a:extLst>
                <a:ext uri="{FF2B5EF4-FFF2-40B4-BE49-F238E27FC236}">
                  <a16:creationId xmlns:a16="http://schemas.microsoft.com/office/drawing/2014/main" id="{E60969B4-235C-2072-851A-27094CBA9613}"/>
                </a:ext>
              </a:extLst>
            </p:cNvPr>
            <p:cNvSpPr/>
            <p:nvPr/>
          </p:nvSpPr>
          <p:spPr>
            <a:xfrm>
              <a:off x="5558613" y="5456755"/>
              <a:ext cx="180000" cy="108000"/>
            </a:xfrm>
            <a:prstGeom prst="rect">
              <a:avLst/>
            </a:prstGeom>
            <a:solidFill>
              <a:srgbClr val="1772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1" name="Rectangle 40">
              <a:extLst>
                <a:ext uri="{FF2B5EF4-FFF2-40B4-BE49-F238E27FC236}">
                  <a16:creationId xmlns:a16="http://schemas.microsoft.com/office/drawing/2014/main" id="{12C33DDF-BA1D-2834-B172-F4D5C0EF249B}"/>
                </a:ext>
              </a:extLst>
            </p:cNvPr>
            <p:cNvSpPr/>
            <p:nvPr/>
          </p:nvSpPr>
          <p:spPr>
            <a:xfrm>
              <a:off x="5558613" y="5271972"/>
              <a:ext cx="180000" cy="108000"/>
            </a:xfrm>
            <a:prstGeom prst="rect">
              <a:avLst/>
            </a:prstGeom>
            <a:solidFill>
              <a:srgbClr val="168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2" name="Rectangle 41">
              <a:extLst>
                <a:ext uri="{FF2B5EF4-FFF2-40B4-BE49-F238E27FC236}">
                  <a16:creationId xmlns:a16="http://schemas.microsoft.com/office/drawing/2014/main" id="{7E8820CF-7385-8E3C-88CA-1E3BB2EC0A0F}"/>
                </a:ext>
              </a:extLst>
            </p:cNvPr>
            <p:cNvSpPr/>
            <p:nvPr/>
          </p:nvSpPr>
          <p:spPr>
            <a:xfrm>
              <a:off x="5558613" y="5070172"/>
              <a:ext cx="180000" cy="108000"/>
            </a:xfrm>
            <a:prstGeom prst="rect">
              <a:avLst/>
            </a:prstGeom>
            <a:solidFill>
              <a:srgbClr val="45B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3" name="Rectangle 42">
              <a:extLst>
                <a:ext uri="{FF2B5EF4-FFF2-40B4-BE49-F238E27FC236}">
                  <a16:creationId xmlns:a16="http://schemas.microsoft.com/office/drawing/2014/main" id="{5BC89659-7D25-49DE-0D0F-D68FD4DDB31E}"/>
                </a:ext>
              </a:extLst>
            </p:cNvPr>
            <p:cNvSpPr/>
            <p:nvPr/>
          </p:nvSpPr>
          <p:spPr>
            <a:xfrm>
              <a:off x="5558613" y="4878513"/>
              <a:ext cx="180000" cy="108000"/>
            </a:xfrm>
            <a:prstGeom prst="rect">
              <a:avLst/>
            </a:prstGeom>
            <a:solidFill>
              <a:srgbClr val="96ED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4" name="Rectangle 43">
              <a:extLst>
                <a:ext uri="{FF2B5EF4-FFF2-40B4-BE49-F238E27FC236}">
                  <a16:creationId xmlns:a16="http://schemas.microsoft.com/office/drawing/2014/main" id="{0480CD6C-EFAD-3D86-DF4F-16E79AA019CC}"/>
                </a:ext>
              </a:extLst>
            </p:cNvPr>
            <p:cNvSpPr/>
            <p:nvPr/>
          </p:nvSpPr>
          <p:spPr>
            <a:xfrm>
              <a:off x="5558613" y="4689785"/>
              <a:ext cx="180000" cy="108000"/>
            </a:xfrm>
            <a:prstGeom prst="rect">
              <a:avLst/>
            </a:prstGeom>
            <a:solidFill>
              <a:srgbClr val="A5C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5" name="Rectangle 44">
              <a:extLst>
                <a:ext uri="{FF2B5EF4-FFF2-40B4-BE49-F238E27FC236}">
                  <a16:creationId xmlns:a16="http://schemas.microsoft.com/office/drawing/2014/main" id="{5F7853C4-9AB8-5909-B8E2-40E74C1532E3}"/>
                </a:ext>
              </a:extLst>
            </p:cNvPr>
            <p:cNvSpPr/>
            <p:nvPr/>
          </p:nvSpPr>
          <p:spPr>
            <a:xfrm>
              <a:off x="5558613" y="4500719"/>
              <a:ext cx="180000" cy="108000"/>
            </a:xfrm>
            <a:prstGeom prst="rect">
              <a:avLst/>
            </a:prstGeom>
            <a:solidFill>
              <a:srgbClr val="F8BA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6" name="Rectangle 45">
              <a:extLst>
                <a:ext uri="{FF2B5EF4-FFF2-40B4-BE49-F238E27FC236}">
                  <a16:creationId xmlns:a16="http://schemas.microsoft.com/office/drawing/2014/main" id="{2BC081AC-97A9-E7FB-0AD7-A04D9258215B}"/>
                </a:ext>
              </a:extLst>
            </p:cNvPr>
            <p:cNvSpPr/>
            <p:nvPr/>
          </p:nvSpPr>
          <p:spPr>
            <a:xfrm>
              <a:off x="5558613" y="4302046"/>
              <a:ext cx="180000" cy="108000"/>
            </a:xfrm>
            <a:prstGeom prst="rect">
              <a:avLst/>
            </a:prstGeom>
            <a:solidFill>
              <a:srgbClr val="F19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7" name="Rectangle 46">
              <a:extLst>
                <a:ext uri="{FF2B5EF4-FFF2-40B4-BE49-F238E27FC236}">
                  <a16:creationId xmlns:a16="http://schemas.microsoft.com/office/drawing/2014/main" id="{212F601E-535D-BC6B-7A27-4039AD5F5DA1}"/>
                </a:ext>
              </a:extLst>
            </p:cNvPr>
            <p:cNvSpPr/>
            <p:nvPr/>
          </p:nvSpPr>
          <p:spPr>
            <a:xfrm>
              <a:off x="5558613" y="4109452"/>
              <a:ext cx="180000" cy="108000"/>
            </a:xfrm>
            <a:prstGeom prst="rect">
              <a:avLst/>
            </a:prstGeom>
            <a:solidFill>
              <a:srgbClr val="E97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8" name="Rectangle 47">
              <a:extLst>
                <a:ext uri="{FF2B5EF4-FFF2-40B4-BE49-F238E27FC236}">
                  <a16:creationId xmlns:a16="http://schemas.microsoft.com/office/drawing/2014/main" id="{96A997F1-F105-790B-7602-4008B5B26ECF}"/>
                </a:ext>
              </a:extLst>
            </p:cNvPr>
            <p:cNvSpPr/>
            <p:nvPr/>
          </p:nvSpPr>
          <p:spPr>
            <a:xfrm>
              <a:off x="5558613" y="3718086"/>
              <a:ext cx="180000" cy="108000"/>
            </a:xfrm>
            <a:prstGeom prst="rect">
              <a:avLst/>
            </a:prstGeom>
            <a:solidFill>
              <a:srgbClr val="C4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49" name="Rectangle 48">
              <a:extLst>
                <a:ext uri="{FF2B5EF4-FFF2-40B4-BE49-F238E27FC236}">
                  <a16:creationId xmlns:a16="http://schemas.microsoft.com/office/drawing/2014/main" id="{17376892-C203-F0EB-14D4-B11C91AB75D6}"/>
                </a:ext>
              </a:extLst>
            </p:cNvPr>
            <p:cNvSpPr/>
            <p:nvPr/>
          </p:nvSpPr>
          <p:spPr>
            <a:xfrm>
              <a:off x="5558613" y="3912522"/>
              <a:ext cx="180000" cy="108000"/>
            </a:xfrm>
            <a:prstGeom prst="rect">
              <a:avLst/>
            </a:prstGeom>
            <a:solidFill>
              <a:srgbClr val="E2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900"/>
            </a:p>
          </p:txBody>
        </p:sp>
        <p:sp>
          <p:nvSpPr>
            <p:cNvPr id="50" name="TextBox 49">
              <a:extLst>
                <a:ext uri="{FF2B5EF4-FFF2-40B4-BE49-F238E27FC236}">
                  <a16:creationId xmlns:a16="http://schemas.microsoft.com/office/drawing/2014/main" id="{B263970A-4D9D-2925-DCC6-6B97F1FDF04D}"/>
                </a:ext>
              </a:extLst>
            </p:cNvPr>
            <p:cNvSpPr txBox="1"/>
            <p:nvPr/>
          </p:nvSpPr>
          <p:spPr>
            <a:xfrm>
              <a:off x="5805388" y="545675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&gt;20%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TextBox 50">
              <a:extLst>
                <a:ext uri="{FF2B5EF4-FFF2-40B4-BE49-F238E27FC236}">
                  <a16:creationId xmlns:a16="http://schemas.microsoft.com/office/drawing/2014/main" id="{B6560CD0-2FDB-FEF2-F81E-5F83A788BD24}"/>
                </a:ext>
              </a:extLst>
            </p:cNvPr>
            <p:cNvSpPr txBox="1"/>
            <p:nvPr/>
          </p:nvSpPr>
          <p:spPr>
            <a:xfrm>
              <a:off x="5805388" y="371808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Box 51">
              <a:extLst>
                <a:ext uri="{FF2B5EF4-FFF2-40B4-BE49-F238E27FC236}">
                  <a16:creationId xmlns:a16="http://schemas.microsoft.com/office/drawing/2014/main" id="{56EC77AD-7671-F005-CC5F-B35350262210}"/>
                </a:ext>
              </a:extLst>
            </p:cNvPr>
            <p:cNvSpPr txBox="1"/>
            <p:nvPr/>
          </p:nvSpPr>
          <p:spPr>
            <a:xfrm>
              <a:off x="5805388" y="391252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-20% to &lt;-15%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3" name="TextBox 52">
              <a:extLst>
                <a:ext uri="{FF2B5EF4-FFF2-40B4-BE49-F238E27FC236}">
                  <a16:creationId xmlns:a16="http://schemas.microsoft.com/office/drawing/2014/main" id="{AC236DAA-26F2-C052-234F-C75FF4753E2C}"/>
                </a:ext>
              </a:extLst>
            </p:cNvPr>
            <p:cNvSpPr txBox="1"/>
            <p:nvPr/>
          </p:nvSpPr>
          <p:spPr>
            <a:xfrm>
              <a:off x="5805388" y="410945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4" name="TextBox 53">
              <a:extLst>
                <a:ext uri="{FF2B5EF4-FFF2-40B4-BE49-F238E27FC236}">
                  <a16:creationId xmlns:a16="http://schemas.microsoft.com/office/drawing/2014/main" id="{DC8D01F5-AE0D-67C3-CF21-ED8A4132FD34}"/>
                </a:ext>
              </a:extLst>
            </p:cNvPr>
            <p:cNvSpPr txBox="1"/>
            <p:nvPr/>
          </p:nvSpPr>
          <p:spPr>
            <a:xfrm>
              <a:off x="5805388" y="4302046"/>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3EA83D68-5D22-88B5-4DAD-F89F92217857}"/>
                </a:ext>
              </a:extLst>
            </p:cNvPr>
            <p:cNvSpPr txBox="1"/>
            <p:nvPr/>
          </p:nvSpPr>
          <p:spPr>
            <a:xfrm>
              <a:off x="5805388" y="4500719"/>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+00%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6" name="TextBox 55">
              <a:extLst>
                <a:ext uri="{FF2B5EF4-FFF2-40B4-BE49-F238E27FC236}">
                  <a16:creationId xmlns:a16="http://schemas.microsoft.com/office/drawing/2014/main" id="{76339FE9-7FF2-BCF6-0788-5D6E78FD20E0}"/>
                </a:ext>
              </a:extLst>
            </p:cNvPr>
            <p:cNvSpPr txBox="1"/>
            <p:nvPr/>
          </p:nvSpPr>
          <p:spPr>
            <a:xfrm>
              <a:off x="5805388" y="4689785"/>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+00% to &lt; +05%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7" name="TextBox 56">
              <a:extLst>
                <a:ext uri="{FF2B5EF4-FFF2-40B4-BE49-F238E27FC236}">
                  <a16:creationId xmlns:a16="http://schemas.microsoft.com/office/drawing/2014/main" id="{47CD9205-45F5-C7FB-0AFF-6C741B218120}"/>
                </a:ext>
              </a:extLst>
            </p:cNvPr>
            <p:cNvSpPr txBox="1"/>
            <p:nvPr/>
          </p:nvSpPr>
          <p:spPr>
            <a:xfrm>
              <a:off x="5805388" y="4878513"/>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+05% to &lt; +10%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8" name="TextBox 57">
              <a:extLst>
                <a:ext uri="{FF2B5EF4-FFF2-40B4-BE49-F238E27FC236}">
                  <a16:creationId xmlns:a16="http://schemas.microsoft.com/office/drawing/2014/main" id="{39E33287-E70D-8073-46F0-61A6B2494E85}"/>
                </a:ext>
              </a:extLst>
            </p:cNvPr>
            <p:cNvSpPr txBox="1"/>
            <p:nvPr/>
          </p:nvSpPr>
          <p:spPr>
            <a:xfrm>
              <a:off x="5805388" y="50701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+10% to &lt; +15%</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9" name="TextBox 58">
              <a:extLst>
                <a:ext uri="{FF2B5EF4-FFF2-40B4-BE49-F238E27FC236}">
                  <a16:creationId xmlns:a16="http://schemas.microsoft.com/office/drawing/2014/main" id="{06AF5A64-B0B9-F9A6-3AA3-95D4AA019F21}"/>
                </a:ext>
              </a:extLst>
            </p:cNvPr>
            <p:cNvSpPr txBox="1"/>
            <p:nvPr/>
          </p:nvSpPr>
          <p:spPr>
            <a:xfrm>
              <a:off x="5805388" y="5271972"/>
              <a:ext cx="828000" cy="108000"/>
            </a:xfrm>
            <a:prstGeom prst="rect">
              <a:avLst/>
            </a:prstGeom>
            <a:noFill/>
          </p:spPr>
          <p:txBody>
            <a:bodyPr wrap="none" lIns="0" tIns="0" rIns="0" bIns="0" anchor="ctr" anchorCtr="0">
              <a:noAutofit/>
            </a:bodyPr>
            <a:lstStyle/>
            <a:p>
              <a:r>
                <a:rPr lang="en-US" sz="900" kern="100" dirty="0">
                  <a:effectLst/>
                  <a:latin typeface="Calibri" panose="020F0502020204030204" pitchFamily="34" charset="0"/>
                  <a:ea typeface="Calibri" panose="020F0502020204030204" pitchFamily="34" charset="0"/>
                  <a:cs typeface="Times New Roman" panose="02020603050405020304" pitchFamily="18" charset="0"/>
                </a:rPr>
                <a:t>+15% to &lt; +20%</a:t>
              </a:r>
              <a:endParaRPr lang="en-IN"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73698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408275"/>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9" y="6409772"/>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906297"/>
            <a:ext cx="4859338" cy="4363953"/>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9" y="1906297"/>
            <a:ext cx="4859337" cy="4363355"/>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9" y="1544114"/>
            <a:ext cx="525599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0" y="1300087"/>
            <a:ext cx="5326627"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8709" y="1550972"/>
            <a:ext cx="53266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8" y="1300087"/>
            <a:ext cx="525599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Tree>
    <p:extLst>
      <p:ext uri="{BB962C8B-B14F-4D97-AF65-F5344CB8AC3E}">
        <p14:creationId xmlns:p14="http://schemas.microsoft.com/office/powerpoint/2010/main" val="21414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45832"/>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3" y="1562788"/>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4" y="1340694"/>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0" y="133406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4" y="427602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0" y="4292375"/>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3380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31183"/>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207647"/>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13006"/>
          </a:xfrm>
          <a:prstGeom prst="rect">
            <a:avLst/>
          </a:prstGeom>
        </p:spPr>
        <p:txBody>
          <a:bodyPr lIns="0" tIns="0" rIns="0" bIns="0"/>
          <a:lstStyle>
            <a:lvl1pPr marL="0" indent="0" algn="l">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27915"/>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091371"/>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7437"/>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001" y="1710147"/>
            <a:ext cx="5108675" cy="167437"/>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6199"/>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83154" y="4292158"/>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324" y="1287584"/>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6001" y="1288804"/>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117110"/>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9" y="3923366"/>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40" name="Text Placeholder 7">
            <a:extLst>
              <a:ext uri="{FF2B5EF4-FFF2-40B4-BE49-F238E27FC236}">
                <a16:creationId xmlns:a16="http://schemas.microsoft.com/office/drawing/2014/main" id="{9B47F937-ACBF-4BBC-B41E-FDAC277F1536}"/>
              </a:ext>
            </a:extLst>
          </p:cNvPr>
          <p:cNvSpPr>
            <a:spLocks noGrp="1"/>
          </p:cNvSpPr>
          <p:nvPr>
            <p:ph type="body" sz="quarter" idx="43" hasCustomPrompt="1"/>
          </p:nvPr>
        </p:nvSpPr>
        <p:spPr>
          <a:xfrm>
            <a:off x="695003"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2" name="Text Placeholder 7">
            <a:extLst>
              <a:ext uri="{FF2B5EF4-FFF2-40B4-BE49-F238E27FC236}">
                <a16:creationId xmlns:a16="http://schemas.microsoft.com/office/drawing/2014/main" id="{E270FA7B-48E6-49E1-A21B-AA74CA474D31}"/>
              </a:ext>
            </a:extLst>
          </p:cNvPr>
          <p:cNvSpPr>
            <a:spLocks noGrp="1"/>
          </p:cNvSpPr>
          <p:nvPr>
            <p:ph type="body" sz="quarter" idx="44" hasCustomPrompt="1"/>
          </p:nvPr>
        </p:nvSpPr>
        <p:spPr>
          <a:xfrm>
            <a:off x="6636010"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3" name="Text Placeholder 7">
            <a:extLst>
              <a:ext uri="{FF2B5EF4-FFF2-40B4-BE49-F238E27FC236}">
                <a16:creationId xmlns:a16="http://schemas.microsoft.com/office/drawing/2014/main" id="{80161230-EAB5-49F0-B2F7-F2CBBD2AE7F6}"/>
              </a:ext>
            </a:extLst>
          </p:cNvPr>
          <p:cNvSpPr>
            <a:spLocks noGrp="1"/>
          </p:cNvSpPr>
          <p:nvPr>
            <p:ph type="body" sz="quarter" idx="45" hasCustomPrompt="1"/>
          </p:nvPr>
        </p:nvSpPr>
        <p:spPr>
          <a:xfrm>
            <a:off x="695002" y="6519370"/>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4" name="Text Placeholder 7">
            <a:extLst>
              <a:ext uri="{FF2B5EF4-FFF2-40B4-BE49-F238E27FC236}">
                <a16:creationId xmlns:a16="http://schemas.microsoft.com/office/drawing/2014/main" id="{CDDAAEDD-CAA4-4AFB-BC42-493B06C20F29}"/>
              </a:ext>
            </a:extLst>
          </p:cNvPr>
          <p:cNvSpPr>
            <a:spLocks noGrp="1"/>
          </p:cNvSpPr>
          <p:nvPr>
            <p:ph type="body" sz="quarter" idx="46" hasCustomPrompt="1"/>
          </p:nvPr>
        </p:nvSpPr>
        <p:spPr>
          <a:xfrm>
            <a:off x="6635999" y="6520023"/>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2" r:id="rId3"/>
    <p:sldLayoutId id="2147483682" r:id="rId4"/>
    <p:sldLayoutId id="2147483670" r:id="rId5"/>
    <p:sldLayoutId id="2147483664" r:id="rId6"/>
    <p:sldLayoutId id="2147483671" r:id="rId7"/>
    <p:sldLayoutId id="2147483669" r:id="rId8"/>
    <p:sldLayoutId id="2147483668" r:id="rId9"/>
    <p:sldLayoutId id="2147483673" r:id="rId10"/>
    <p:sldLayoutId id="2147483665" r:id="rId11"/>
    <p:sldLayoutId id="2147483672" r:id="rId12"/>
    <p:sldLayoutId id="2147483666" r:id="rId13"/>
    <p:sldLayoutId id="2147483667" r:id="rId14"/>
    <p:sldLayoutId id="2147483674" r:id="rId15"/>
    <p:sldLayoutId id="2147483676" r:id="rId16"/>
    <p:sldLayoutId id="2147483677" r:id="rId17"/>
    <p:sldLayoutId id="2147483678" r:id="rId18"/>
    <p:sldLayoutId id="2147483679" r:id="rId19"/>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906</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256</cp:revision>
  <dcterms:created xsi:type="dcterms:W3CDTF">2022-07-09T17:45:22Z</dcterms:created>
  <dcterms:modified xsi:type="dcterms:W3CDTF">2023-07-07T09:27:17Z</dcterms:modified>
</cp:coreProperties>
</file>