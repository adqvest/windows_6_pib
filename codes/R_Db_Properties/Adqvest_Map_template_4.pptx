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301"/>
    <a:srgbClr val="06CC0F"/>
    <a:srgbClr val="21F616"/>
    <a:srgbClr val="BAF12F"/>
    <a:srgbClr val="FFFF00"/>
    <a:srgbClr val="F5D513"/>
    <a:srgbClr val="FF9900"/>
    <a:srgbClr val="ED7009"/>
    <a:srgbClr val="FF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07/07/2023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07/07/2023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0" indent="0" algn="l">
              <a:lnSpc>
                <a:spcPts val="1000"/>
              </a:lnSpc>
              <a:spcBef>
                <a:spcPts val="0"/>
              </a:spcBef>
              <a:buFont typeface="+mj-lt"/>
              <a:buNone/>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299395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6143452"/>
            <a:ext cx="39312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5326" y="6140104"/>
            <a:ext cx="3931200" cy="133200"/>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4" y="1877496"/>
            <a:ext cx="3931200" cy="41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5326" y="1875609"/>
            <a:ext cx="3931200" cy="4140000"/>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2" y="6354669"/>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2"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2"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26" y="6333266"/>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grpSp>
        <p:nvGrpSpPr>
          <p:cNvPr id="60" name="Group 59">
            <a:extLst>
              <a:ext uri="{FF2B5EF4-FFF2-40B4-BE49-F238E27FC236}">
                <a16:creationId xmlns:a16="http://schemas.microsoft.com/office/drawing/2014/main" id="{5D7AE5D6-34FB-587D-9BDD-6D18A0476758}"/>
              </a:ext>
            </a:extLst>
          </p:cNvPr>
          <p:cNvGrpSpPr/>
          <p:nvPr userDrawn="1"/>
        </p:nvGrpSpPr>
        <p:grpSpPr>
          <a:xfrm>
            <a:off x="5290888" y="3880825"/>
            <a:ext cx="1074775" cy="1846669"/>
            <a:chOff x="5558613" y="3718086"/>
            <a:chExt cx="1074775" cy="1846669"/>
          </a:xfrm>
        </p:grpSpPr>
        <p:sp>
          <p:nvSpPr>
            <p:cNvPr id="61" name="Rectangle 60">
              <a:extLst>
                <a:ext uri="{FF2B5EF4-FFF2-40B4-BE49-F238E27FC236}">
                  <a16:creationId xmlns:a16="http://schemas.microsoft.com/office/drawing/2014/main" id="{8EC54BBD-B985-4490-F808-EB571017F072}"/>
                </a:ext>
              </a:extLst>
            </p:cNvPr>
            <p:cNvSpPr/>
            <p:nvPr/>
          </p:nvSpPr>
          <p:spPr>
            <a:xfrm>
              <a:off x="5558613" y="5456755"/>
              <a:ext cx="180000" cy="108000"/>
            </a:xfrm>
            <a:prstGeom prst="rect">
              <a:avLst/>
            </a:prstGeom>
            <a:solidFill>
              <a:srgbClr val="177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2" name="Rectangle 61">
              <a:extLst>
                <a:ext uri="{FF2B5EF4-FFF2-40B4-BE49-F238E27FC236}">
                  <a16:creationId xmlns:a16="http://schemas.microsoft.com/office/drawing/2014/main" id="{5B6E9670-9893-7F58-DCF3-E8C84CEBB4E2}"/>
                </a:ext>
              </a:extLst>
            </p:cNvPr>
            <p:cNvSpPr/>
            <p:nvPr/>
          </p:nvSpPr>
          <p:spPr>
            <a:xfrm>
              <a:off x="5558613" y="5271972"/>
              <a:ext cx="180000" cy="108000"/>
            </a:xfrm>
            <a:prstGeom prst="rect">
              <a:avLst/>
            </a:prstGeom>
            <a:solidFill>
              <a:srgbClr val="168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3" name="Rectangle 62">
              <a:extLst>
                <a:ext uri="{FF2B5EF4-FFF2-40B4-BE49-F238E27FC236}">
                  <a16:creationId xmlns:a16="http://schemas.microsoft.com/office/drawing/2014/main" id="{2265E54F-2BC3-0084-5252-A1617B3ABF3F}"/>
                </a:ext>
              </a:extLst>
            </p:cNvPr>
            <p:cNvSpPr/>
            <p:nvPr/>
          </p:nvSpPr>
          <p:spPr>
            <a:xfrm>
              <a:off x="5558613" y="5070172"/>
              <a:ext cx="180000" cy="108000"/>
            </a:xfrm>
            <a:prstGeom prst="rect">
              <a:avLst/>
            </a:prstGeom>
            <a:solidFill>
              <a:srgbClr val="45B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4" name="Rectangle 63">
              <a:extLst>
                <a:ext uri="{FF2B5EF4-FFF2-40B4-BE49-F238E27FC236}">
                  <a16:creationId xmlns:a16="http://schemas.microsoft.com/office/drawing/2014/main" id="{63126C46-B1F9-1636-2B12-08527929A804}"/>
                </a:ext>
              </a:extLst>
            </p:cNvPr>
            <p:cNvSpPr/>
            <p:nvPr/>
          </p:nvSpPr>
          <p:spPr>
            <a:xfrm>
              <a:off x="5558613" y="4878513"/>
              <a:ext cx="180000" cy="108000"/>
            </a:xfrm>
            <a:prstGeom prst="rect">
              <a:avLst/>
            </a:prstGeom>
            <a:solidFill>
              <a:srgbClr val="96E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5" name="Rectangle 64">
              <a:extLst>
                <a:ext uri="{FF2B5EF4-FFF2-40B4-BE49-F238E27FC236}">
                  <a16:creationId xmlns:a16="http://schemas.microsoft.com/office/drawing/2014/main" id="{C7D6D2AC-5E66-F657-72E7-78C04879BB00}"/>
                </a:ext>
              </a:extLst>
            </p:cNvPr>
            <p:cNvSpPr/>
            <p:nvPr/>
          </p:nvSpPr>
          <p:spPr>
            <a:xfrm>
              <a:off x="5558613" y="4689785"/>
              <a:ext cx="180000" cy="108000"/>
            </a:xfrm>
            <a:prstGeom prst="rect">
              <a:avLst/>
            </a:prstGeom>
            <a:solidFill>
              <a:srgbClr val="A5C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6" name="Rectangle 65">
              <a:extLst>
                <a:ext uri="{FF2B5EF4-FFF2-40B4-BE49-F238E27FC236}">
                  <a16:creationId xmlns:a16="http://schemas.microsoft.com/office/drawing/2014/main" id="{0722C632-88A8-CB85-5F94-B3D2C20398F2}"/>
                </a:ext>
              </a:extLst>
            </p:cNvPr>
            <p:cNvSpPr/>
            <p:nvPr/>
          </p:nvSpPr>
          <p:spPr>
            <a:xfrm>
              <a:off x="5558613" y="4500719"/>
              <a:ext cx="180000" cy="108000"/>
            </a:xfrm>
            <a:prstGeom prst="rect">
              <a:avLst/>
            </a:prstGeom>
            <a:solidFill>
              <a:srgbClr val="F8BA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7" name="Rectangle 66">
              <a:extLst>
                <a:ext uri="{FF2B5EF4-FFF2-40B4-BE49-F238E27FC236}">
                  <a16:creationId xmlns:a16="http://schemas.microsoft.com/office/drawing/2014/main" id="{21DC91A2-8D54-E346-F828-E6A56A0A3CB7}"/>
                </a:ext>
              </a:extLst>
            </p:cNvPr>
            <p:cNvSpPr/>
            <p:nvPr/>
          </p:nvSpPr>
          <p:spPr>
            <a:xfrm>
              <a:off x="5558613" y="4302046"/>
              <a:ext cx="180000" cy="108000"/>
            </a:xfrm>
            <a:prstGeom prst="rect">
              <a:avLst/>
            </a:prstGeom>
            <a:solidFill>
              <a:srgbClr val="F19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8" name="Rectangle 67">
              <a:extLst>
                <a:ext uri="{FF2B5EF4-FFF2-40B4-BE49-F238E27FC236}">
                  <a16:creationId xmlns:a16="http://schemas.microsoft.com/office/drawing/2014/main" id="{2913CB2F-C602-0932-6127-FD07FDCDE544}"/>
                </a:ext>
              </a:extLst>
            </p:cNvPr>
            <p:cNvSpPr/>
            <p:nvPr/>
          </p:nvSpPr>
          <p:spPr>
            <a:xfrm>
              <a:off x="5558613" y="4109452"/>
              <a:ext cx="180000" cy="108000"/>
            </a:xfrm>
            <a:prstGeom prst="rect">
              <a:avLst/>
            </a:prstGeom>
            <a:solidFill>
              <a:srgbClr val="E97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9" name="Rectangle 68">
              <a:extLst>
                <a:ext uri="{FF2B5EF4-FFF2-40B4-BE49-F238E27FC236}">
                  <a16:creationId xmlns:a16="http://schemas.microsoft.com/office/drawing/2014/main" id="{C44D29CB-EA45-D46B-80EF-2A072DB4E4FD}"/>
                </a:ext>
              </a:extLst>
            </p:cNvPr>
            <p:cNvSpPr/>
            <p:nvPr/>
          </p:nvSpPr>
          <p:spPr>
            <a:xfrm>
              <a:off x="5558613" y="3718086"/>
              <a:ext cx="180000" cy="108000"/>
            </a:xfrm>
            <a:prstGeom prst="rect">
              <a:avLst/>
            </a:prstGeom>
            <a:solidFill>
              <a:srgbClr val="C4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70" name="Rectangle 69">
              <a:extLst>
                <a:ext uri="{FF2B5EF4-FFF2-40B4-BE49-F238E27FC236}">
                  <a16:creationId xmlns:a16="http://schemas.microsoft.com/office/drawing/2014/main" id="{DDA02581-DFD8-B64D-4EB2-85E857FE3CB8}"/>
                </a:ext>
              </a:extLst>
            </p:cNvPr>
            <p:cNvSpPr/>
            <p:nvPr/>
          </p:nvSpPr>
          <p:spPr>
            <a:xfrm>
              <a:off x="5558613" y="3912522"/>
              <a:ext cx="180000" cy="108000"/>
            </a:xfrm>
            <a:prstGeom prst="rect">
              <a:avLst/>
            </a:prstGeom>
            <a:solidFill>
              <a:srgbClr val="E2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71" name="TextBox 70">
              <a:extLst>
                <a:ext uri="{FF2B5EF4-FFF2-40B4-BE49-F238E27FC236}">
                  <a16:creationId xmlns:a16="http://schemas.microsoft.com/office/drawing/2014/main" id="{4B465F70-BDDE-ECBA-A276-61DF4E448BBA}"/>
                </a:ext>
              </a:extLst>
            </p:cNvPr>
            <p:cNvSpPr txBox="1"/>
            <p:nvPr/>
          </p:nvSpPr>
          <p:spPr>
            <a:xfrm>
              <a:off x="5805388" y="545675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&gt;20%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2" name="TextBox 71">
              <a:extLst>
                <a:ext uri="{FF2B5EF4-FFF2-40B4-BE49-F238E27FC236}">
                  <a16:creationId xmlns:a16="http://schemas.microsoft.com/office/drawing/2014/main" id="{76BF8D68-080E-59D1-1CED-93CDE707E3E8}"/>
                </a:ext>
              </a:extLst>
            </p:cNvPr>
            <p:cNvSpPr txBox="1"/>
            <p:nvPr/>
          </p:nvSpPr>
          <p:spPr>
            <a:xfrm>
              <a:off x="5805388" y="371808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3" name="TextBox 72">
              <a:extLst>
                <a:ext uri="{FF2B5EF4-FFF2-40B4-BE49-F238E27FC236}">
                  <a16:creationId xmlns:a16="http://schemas.microsoft.com/office/drawing/2014/main" id="{9E6F3730-3191-D597-2051-CA9126F6AF96}"/>
                </a:ext>
              </a:extLst>
            </p:cNvPr>
            <p:cNvSpPr txBox="1"/>
            <p:nvPr/>
          </p:nvSpPr>
          <p:spPr>
            <a:xfrm>
              <a:off x="5805388" y="391252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-20% to &lt;-15%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4" name="TextBox 73">
              <a:extLst>
                <a:ext uri="{FF2B5EF4-FFF2-40B4-BE49-F238E27FC236}">
                  <a16:creationId xmlns:a16="http://schemas.microsoft.com/office/drawing/2014/main" id="{2833FCAF-F2B6-014E-7248-F963F3E809CA}"/>
                </a:ext>
              </a:extLst>
            </p:cNvPr>
            <p:cNvSpPr txBox="1"/>
            <p:nvPr/>
          </p:nvSpPr>
          <p:spPr>
            <a:xfrm>
              <a:off x="5805388" y="410945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5" name="TextBox 74">
              <a:extLst>
                <a:ext uri="{FF2B5EF4-FFF2-40B4-BE49-F238E27FC236}">
                  <a16:creationId xmlns:a16="http://schemas.microsoft.com/office/drawing/2014/main" id="{7E0C522C-F59A-B4B9-2A28-B1399323AC6C}"/>
                </a:ext>
              </a:extLst>
            </p:cNvPr>
            <p:cNvSpPr txBox="1"/>
            <p:nvPr/>
          </p:nvSpPr>
          <p:spPr>
            <a:xfrm>
              <a:off x="5805388" y="430204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6" name="TextBox 75">
              <a:extLst>
                <a:ext uri="{FF2B5EF4-FFF2-40B4-BE49-F238E27FC236}">
                  <a16:creationId xmlns:a16="http://schemas.microsoft.com/office/drawing/2014/main" id="{EBD44BD0-1CE4-B5A7-5A0D-C3DD5F8B8DC5}"/>
                </a:ext>
              </a:extLst>
            </p:cNvPr>
            <p:cNvSpPr txBox="1"/>
            <p:nvPr/>
          </p:nvSpPr>
          <p:spPr>
            <a:xfrm>
              <a:off x="5805388" y="4500719"/>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+00%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7" name="TextBox 76">
              <a:extLst>
                <a:ext uri="{FF2B5EF4-FFF2-40B4-BE49-F238E27FC236}">
                  <a16:creationId xmlns:a16="http://schemas.microsoft.com/office/drawing/2014/main" id="{2612FF0A-DF8D-4141-D412-5B3D9BF0470C}"/>
                </a:ext>
              </a:extLst>
            </p:cNvPr>
            <p:cNvSpPr txBox="1"/>
            <p:nvPr/>
          </p:nvSpPr>
          <p:spPr>
            <a:xfrm>
              <a:off x="5805388" y="468978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8" name="TextBox 77">
              <a:extLst>
                <a:ext uri="{FF2B5EF4-FFF2-40B4-BE49-F238E27FC236}">
                  <a16:creationId xmlns:a16="http://schemas.microsoft.com/office/drawing/2014/main" id="{6E910C6C-2D77-8402-FE7C-1383308A3E85}"/>
                </a:ext>
              </a:extLst>
            </p:cNvPr>
            <p:cNvSpPr txBox="1"/>
            <p:nvPr/>
          </p:nvSpPr>
          <p:spPr>
            <a:xfrm>
              <a:off x="5805388" y="4878513"/>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Box 78">
              <a:extLst>
                <a:ext uri="{FF2B5EF4-FFF2-40B4-BE49-F238E27FC236}">
                  <a16:creationId xmlns:a16="http://schemas.microsoft.com/office/drawing/2014/main" id="{05FD5C52-EC29-FEEC-BB8F-073FEC53F9DF}"/>
                </a:ext>
              </a:extLst>
            </p:cNvPr>
            <p:cNvSpPr txBox="1"/>
            <p:nvPr/>
          </p:nvSpPr>
          <p:spPr>
            <a:xfrm>
              <a:off x="5805388" y="50701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0" name="TextBox 79">
              <a:extLst>
                <a:ext uri="{FF2B5EF4-FFF2-40B4-BE49-F238E27FC236}">
                  <a16:creationId xmlns:a16="http://schemas.microsoft.com/office/drawing/2014/main" id="{74518654-2959-8E9A-CB85-37D24F8FD965}"/>
                </a:ext>
              </a:extLst>
            </p:cNvPr>
            <p:cNvSpPr txBox="1"/>
            <p:nvPr/>
          </p:nvSpPr>
          <p:spPr>
            <a:xfrm>
              <a:off x="5805388" y="52719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525599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0" y="1300087"/>
            <a:ext cx="5326627"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53266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8" y="1300087"/>
            <a:ext cx="525599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l">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40" name="Text Placeholder 7">
            <a:extLst>
              <a:ext uri="{FF2B5EF4-FFF2-40B4-BE49-F238E27FC236}">
                <a16:creationId xmlns:a16="http://schemas.microsoft.com/office/drawing/2014/main" id="{9B47F937-ACBF-4BBC-B41E-FDAC277F1536}"/>
              </a:ext>
            </a:extLst>
          </p:cNvPr>
          <p:cNvSpPr>
            <a:spLocks noGrp="1"/>
          </p:cNvSpPr>
          <p:nvPr>
            <p:ph type="body" sz="quarter" idx="43" hasCustomPrompt="1"/>
          </p:nvPr>
        </p:nvSpPr>
        <p:spPr>
          <a:xfrm>
            <a:off x="695003"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2" name="Text Placeholder 7">
            <a:extLst>
              <a:ext uri="{FF2B5EF4-FFF2-40B4-BE49-F238E27FC236}">
                <a16:creationId xmlns:a16="http://schemas.microsoft.com/office/drawing/2014/main" id="{E270FA7B-48E6-49E1-A21B-AA74CA474D31}"/>
              </a:ext>
            </a:extLst>
          </p:cNvPr>
          <p:cNvSpPr>
            <a:spLocks noGrp="1"/>
          </p:cNvSpPr>
          <p:nvPr>
            <p:ph type="body" sz="quarter" idx="44" hasCustomPrompt="1"/>
          </p:nvPr>
        </p:nvSpPr>
        <p:spPr>
          <a:xfrm>
            <a:off x="6636010"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3" name="Text Placeholder 7">
            <a:extLst>
              <a:ext uri="{FF2B5EF4-FFF2-40B4-BE49-F238E27FC236}">
                <a16:creationId xmlns:a16="http://schemas.microsoft.com/office/drawing/2014/main" id="{80161230-EAB5-49F0-B2F7-F2CBBD2AE7F6}"/>
              </a:ext>
            </a:extLst>
          </p:cNvPr>
          <p:cNvSpPr>
            <a:spLocks noGrp="1"/>
          </p:cNvSpPr>
          <p:nvPr>
            <p:ph type="body" sz="quarter" idx="45" hasCustomPrompt="1"/>
          </p:nvPr>
        </p:nvSpPr>
        <p:spPr>
          <a:xfrm>
            <a:off x="695002" y="6519370"/>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4" name="Text Placeholder 7">
            <a:extLst>
              <a:ext uri="{FF2B5EF4-FFF2-40B4-BE49-F238E27FC236}">
                <a16:creationId xmlns:a16="http://schemas.microsoft.com/office/drawing/2014/main" id="{CDDAAEDD-CAA4-4AFB-BC42-493B06C20F29}"/>
              </a:ext>
            </a:extLst>
          </p:cNvPr>
          <p:cNvSpPr>
            <a:spLocks noGrp="1"/>
          </p:cNvSpPr>
          <p:nvPr>
            <p:ph type="body" sz="quarter" idx="46" hasCustomPrompt="1"/>
          </p:nvPr>
        </p:nvSpPr>
        <p:spPr>
          <a:xfrm>
            <a:off x="6635999" y="6520023"/>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82"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256</cp:revision>
  <dcterms:created xsi:type="dcterms:W3CDTF">2022-07-09T17:45:22Z</dcterms:created>
  <dcterms:modified xsi:type="dcterms:W3CDTF">2023-07-07T09:54:54Z</dcterms:modified>
</cp:coreProperties>
</file>