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F3FC0A-7482-4FC9-9213-09899BF2B11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1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5A21B9-01FA-8167-F263-E629A30A12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C5974-63F5-72B5-397C-D2166DE5A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52957-ECD7-4752-BA00-8BB6A97E9E4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DF840-15E3-6A4B-657D-5A4EBFC6CF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8753F-4236-613E-369E-3924E26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64550-1CC8-4370-8A58-ED8867995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79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25B5-79BA-EE2D-6E72-0A187BDEF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3A7B3-83EF-3F34-3AB8-93364CA7C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41C5F-3D86-94CF-E7AC-80AE1A3A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D2F36-5D55-44C5-BED1-1DA36F1F69F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90903-CFB0-D63C-BCD0-2948F38F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E9C42-3440-CB16-DC25-51578653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6B96D-DB54-4ECC-9750-C252A3D53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44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6E758B-5AF9-2F21-7A46-BD3F44AA3B70}"/>
              </a:ext>
            </a:extLst>
          </p:cNvPr>
          <p:cNvSpPr/>
          <p:nvPr userDrawn="1"/>
        </p:nvSpPr>
        <p:spPr>
          <a:xfrm>
            <a:off x="1012054" y="674703"/>
            <a:ext cx="10493406" cy="48649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B97C5-AF3A-464D-22F6-BC007348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D2F36-5D55-44C5-BED1-1DA36F1F69F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88CD-40CA-853C-D139-0B9E4627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6B96D-DB54-4ECC-9750-C252A3D533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art Placeholder 10">
            <a:extLst>
              <a:ext uri="{FF2B5EF4-FFF2-40B4-BE49-F238E27FC236}">
                <a16:creationId xmlns:a16="http://schemas.microsoft.com/office/drawing/2014/main" id="{525740FD-CC83-664E-8A8C-3AC9759609B3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101213" y="914400"/>
            <a:ext cx="10252587" cy="40081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AE7480-CD2D-ED9C-7A99-D88782B8E2C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12054" y="5162293"/>
            <a:ext cx="10493406" cy="3651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76213" indent="-176213">
              <a:lnSpc>
                <a:spcPts val="1000"/>
              </a:lnSpc>
              <a:spcBef>
                <a:spcPts val="0"/>
              </a:spcBef>
              <a:buFont typeface="+mj-lt"/>
              <a:buAutoNum type="arabicPeriod"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endParaRPr lang="en-US" dirty="0"/>
          </a:p>
          <a:p>
            <a:pPr lvl="0"/>
            <a:r>
              <a:rPr lang="en-US" dirty="0"/>
              <a:t>Note:</a:t>
            </a:r>
          </a:p>
        </p:txBody>
      </p:sp>
    </p:spTree>
    <p:extLst>
      <p:ext uri="{BB962C8B-B14F-4D97-AF65-F5344CB8AC3E}">
        <p14:creationId xmlns:p14="http://schemas.microsoft.com/office/powerpoint/2010/main" val="149223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6E758B-5AF9-2F21-7A46-BD3F44AA3B70}"/>
              </a:ext>
            </a:extLst>
          </p:cNvPr>
          <p:cNvSpPr/>
          <p:nvPr userDrawn="1"/>
        </p:nvSpPr>
        <p:spPr>
          <a:xfrm>
            <a:off x="1012054" y="674703"/>
            <a:ext cx="10493406" cy="48649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AB97C5-AF3A-464D-22F6-BC007348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D2F36-5D55-44C5-BED1-1DA36F1F69F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88CD-40CA-853C-D139-0B9E4627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6B96D-DB54-4ECC-9750-C252A3D533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art Placeholder 10">
            <a:extLst>
              <a:ext uri="{FF2B5EF4-FFF2-40B4-BE49-F238E27FC236}">
                <a16:creationId xmlns:a16="http://schemas.microsoft.com/office/drawing/2014/main" id="{525740FD-CC83-664E-8A8C-3AC9759609B3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132463" y="736847"/>
            <a:ext cx="10252587" cy="40081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6A7D12-629B-52AF-668E-FE14E41307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12054" y="4305670"/>
            <a:ext cx="10493406" cy="122174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buNone/>
              <a:defRPr sz="9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76213" indent="-176213">
              <a:lnSpc>
                <a:spcPts val="1000"/>
              </a:lnSpc>
              <a:spcBef>
                <a:spcPts val="0"/>
              </a:spcBef>
              <a:buFont typeface="+mj-lt"/>
              <a:buAutoNum type="arabicPeriod"/>
              <a:defRPr sz="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endParaRPr lang="en-US" dirty="0"/>
          </a:p>
          <a:p>
            <a:pPr lvl="1"/>
            <a:r>
              <a:rPr lang="en-US" dirty="0"/>
              <a:t>Note:</a:t>
            </a:r>
          </a:p>
        </p:txBody>
      </p:sp>
    </p:spTree>
    <p:extLst>
      <p:ext uri="{BB962C8B-B14F-4D97-AF65-F5344CB8AC3E}">
        <p14:creationId xmlns:p14="http://schemas.microsoft.com/office/powerpoint/2010/main" val="1373572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F333E-4A21-3D46-25CC-4B4EE418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D2F36-5D55-44C5-BED1-1DA36F1F69F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A069C-6D7D-182A-CE53-09A25206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F9850-D0DE-75EE-5D02-293DA9FB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6B96D-DB54-4ECC-9750-C252A3D5332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1DDF3-2C3C-175F-5C22-D64BCA9CCAEC}"/>
              </a:ext>
            </a:extLst>
          </p:cNvPr>
          <p:cNvSpPr/>
          <p:nvPr userDrawn="1"/>
        </p:nvSpPr>
        <p:spPr>
          <a:xfrm>
            <a:off x="346229" y="568172"/>
            <a:ext cx="11452194" cy="55751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Chart Placeholder 10">
            <a:extLst>
              <a:ext uri="{FF2B5EF4-FFF2-40B4-BE49-F238E27FC236}">
                <a16:creationId xmlns:a16="http://schemas.microsoft.com/office/drawing/2014/main" id="{0F22A806-6410-80E4-8498-945CBB8FDEA7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66637" y="714652"/>
            <a:ext cx="11154233" cy="52866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24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_not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9562F-6223-A92E-708E-698E202BD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D2F36-5D55-44C5-BED1-1DA36F1F69F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B68FC-2B6C-0323-784D-033FB805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BFDFC-25DC-AA6A-87F1-620ED965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6B96D-DB54-4ECC-9750-C252A3D5332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3D092D-4BBF-E734-7BCB-B4B684BFF4D7}"/>
              </a:ext>
            </a:extLst>
          </p:cNvPr>
          <p:cNvSpPr/>
          <p:nvPr userDrawn="1"/>
        </p:nvSpPr>
        <p:spPr>
          <a:xfrm>
            <a:off x="1012054" y="674703"/>
            <a:ext cx="10493406" cy="48649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3ECC8263-F95A-6165-4FFE-E1A50BD1FDB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101213" y="914400"/>
            <a:ext cx="10252587" cy="44122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890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937E3-F2B1-845D-701D-E64EC20B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93889-1C9F-B565-22E0-0C67AE48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3ED54-87FF-49F7-23E5-5FC18B728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D2F36-5D55-44C5-BED1-1DA36F1F69F8}" type="datetimeFigureOut">
              <a:rPr lang="en-IN" smtClean="0"/>
              <a:t>06-06-2024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9FC80-7105-7501-1C54-024546F13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867E0-BB6E-0667-030B-40AC2CA59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6B96D-DB54-4ECC-9750-C252A3D533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81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38C0-A2DF-9E6D-0108-9BE6B366BB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ECONOMIC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25CEA-9393-D4BD-CB03-0BF2FD6DAC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8833200"/>
      </p:ext>
    </p:extLst>
  </p:cSld>
  <p:clrMapOvr>
    <a:masterClrMapping/>
  </p:clrMapOvr>
</p:sld>
</file>

<file path=ppt/theme/theme1.xml><?xml version="1.0" encoding="utf-8"?>
<a:theme xmlns:a="http://schemas.openxmlformats.org/drawingml/2006/main" name="Light_hou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5504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Light_house</vt:lpstr>
      <vt:lpstr>ECONOMIC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Kamalinee M K</dc:creator>
  <cp:lastModifiedBy>Kamalinee M K</cp:lastModifiedBy>
  <cp:revision>38</cp:revision>
  <dcterms:created xsi:type="dcterms:W3CDTF">2024-02-20T12:15:50Z</dcterms:created>
  <dcterms:modified xsi:type="dcterms:W3CDTF">2024-06-06T10:07:13Z</dcterms:modified>
</cp:coreProperties>
</file>